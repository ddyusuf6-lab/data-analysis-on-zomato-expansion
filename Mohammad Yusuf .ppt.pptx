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C\Desktop\Mohammad%20Yusuf%20Excel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Excel.xlsx]Q-6 I Objective!PivotTable1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'Q-6 I Objective'!$C$7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'Q-6 I Objective'!$B$8:$B$23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'Q-6 I Objective'!$C$8:$C$23</c:f>
              <c:numCache>
                <c:formatCode>General</c:formatCode>
                <c:ptCount val="15"/>
                <c:pt idx="0">
                  <c:v>24</c:v>
                </c:pt>
                <c:pt idx="1">
                  <c:v>60</c:v>
                </c:pt>
                <c:pt idx="2">
                  <c:v>4</c:v>
                </c:pt>
                <c:pt idx="3">
                  <c:v>8652</c:v>
                </c:pt>
                <c:pt idx="4">
                  <c:v>21</c:v>
                </c:pt>
                <c:pt idx="5">
                  <c:v>40</c:v>
                </c:pt>
                <c:pt idx="6">
                  <c:v>22</c:v>
                </c:pt>
                <c:pt idx="7">
                  <c:v>20</c:v>
                </c:pt>
                <c:pt idx="8">
                  <c:v>20</c:v>
                </c:pt>
                <c:pt idx="9">
                  <c:v>60</c:v>
                </c:pt>
                <c:pt idx="10">
                  <c:v>20</c:v>
                </c:pt>
                <c:pt idx="11">
                  <c:v>34</c:v>
                </c:pt>
                <c:pt idx="12">
                  <c:v>60</c:v>
                </c:pt>
                <c:pt idx="13">
                  <c:v>80</c:v>
                </c:pt>
                <c:pt idx="14">
                  <c:v>434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8F9-47CF-AFF1-B843123EEE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01869376"/>
        <c:axId val="1501870816"/>
      </c:lineChart>
      <c:catAx>
        <c:axId val="15018693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1870816"/>
        <c:crosses val="autoZero"/>
        <c:auto val="1"/>
        <c:lblAlgn val="ctr"/>
        <c:lblOffset val="100"/>
        <c:noMultiLvlLbl val="0"/>
      </c:catAx>
      <c:valAx>
        <c:axId val="150187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1869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accent2">
            <a:satMod val="103000"/>
            <a:lumMod val="102000"/>
            <a:tint val="94000"/>
          </a:schemeClr>
        </a:gs>
        <a:gs pos="50000">
          <a:schemeClr val="accent2">
            <a:satMod val="110000"/>
            <a:lumMod val="100000"/>
            <a:shade val="100000"/>
          </a:schemeClr>
        </a:gs>
        <a:gs pos="100000">
          <a:schemeClr val="accent2">
            <a:lumMod val="99000"/>
            <a:satMod val="120000"/>
            <a:shade val="78000"/>
          </a:schemeClr>
        </a:gs>
      </a:gsLst>
      <a:lin ang="5400000" scaled="0"/>
      <a:tileRect/>
    </a:gradFill>
    <a:ln>
      <a:noFill/>
    </a:ln>
    <a:effectLst>
      <a:outerShdw blurRad="57150" dist="19050" dir="5400000" algn="ctr" rotWithShape="0">
        <a:srgbClr val="000000">
          <a:alpha val="63000"/>
        </a:srgbClr>
      </a:outerShdw>
    </a:effectLst>
  </c:spPr>
  <c:txPr>
    <a:bodyPr/>
    <a:lstStyle/>
    <a:p>
      <a:pPr>
        <a:defRPr>
          <a:solidFill>
            <a:schemeClr val="lt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Excel.xlsx]Q-9 I Objective!PivotTable4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Number of Voters</a:t>
            </a:r>
          </a:p>
        </c:rich>
      </c:tx>
      <c:layout>
        <c:manualLayout>
          <c:xMode val="edge"/>
          <c:yMode val="edge"/>
          <c:x val="0.28455517446822215"/>
          <c:y val="5.51401663027415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4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'Q-9 I Objective'!$C$7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E5E-429B-BD17-8A2D0CAC6E0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E5E-429B-BD17-8A2D0CAC6E0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1E5E-429B-BD17-8A2D0CAC6E0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1E5E-429B-BD17-8A2D0CAC6E0D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1E5E-429B-BD17-8A2D0CAC6E0D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B-1E5E-429B-BD17-8A2D0CAC6E0D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D-1E5E-429B-BD17-8A2D0CAC6E0D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F-1E5E-429B-BD17-8A2D0CAC6E0D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1-1E5E-429B-BD17-8A2D0CAC6E0D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3-1E5E-429B-BD17-8A2D0CAC6E0D}"/>
              </c:ext>
            </c:extLst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5-1E5E-429B-BD17-8A2D0CAC6E0D}"/>
              </c:ext>
            </c:extLst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7-1E5E-429B-BD17-8A2D0CAC6E0D}"/>
              </c:ext>
            </c:extLst>
          </c:dPt>
          <c:dPt>
            <c:idx val="12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9-1E5E-429B-BD17-8A2D0CAC6E0D}"/>
              </c:ext>
            </c:extLst>
          </c:dPt>
          <c:dPt>
            <c:idx val="13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B-1E5E-429B-BD17-8A2D0CAC6E0D}"/>
              </c:ext>
            </c:extLst>
          </c:dPt>
          <c:dPt>
            <c:idx val="14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1D-1E5E-429B-BD17-8A2D0CAC6E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'Q-9 I Objective'!$B$8:$B$23</c:f>
              <c:strCache>
                <c:ptCount val="15"/>
                <c:pt idx="0">
                  <c:v>Australia</c:v>
                </c:pt>
                <c:pt idx="1">
                  <c:v>Brazil</c:v>
                </c:pt>
                <c:pt idx="2">
                  <c:v>Canada</c:v>
                </c:pt>
                <c:pt idx="3">
                  <c:v>India</c:v>
                </c:pt>
                <c:pt idx="4">
                  <c:v>Indonesia</c:v>
                </c:pt>
                <c:pt idx="5">
                  <c:v>New Zealand</c:v>
                </c:pt>
                <c:pt idx="6">
                  <c:v>Philippines</c:v>
                </c:pt>
                <c:pt idx="7">
                  <c:v>Qatar</c:v>
                </c:pt>
                <c:pt idx="8">
                  <c:v>Singapore</c:v>
                </c:pt>
                <c:pt idx="9">
                  <c:v>South Africa</c:v>
                </c:pt>
                <c:pt idx="10">
                  <c:v>Sri Lanka</c:v>
                </c:pt>
                <c:pt idx="11">
                  <c:v>Turkey</c:v>
                </c:pt>
                <c:pt idx="12">
                  <c:v>United Arab Emirates</c:v>
                </c:pt>
                <c:pt idx="13">
                  <c:v>United Kingdom</c:v>
                </c:pt>
                <c:pt idx="14">
                  <c:v>United States of America</c:v>
                </c:pt>
              </c:strCache>
            </c:strRef>
          </c:cat>
          <c:val>
            <c:numRef>
              <c:f>'Q-9 I Objective'!$C$8:$C$23</c:f>
              <c:numCache>
                <c:formatCode>0.0</c:formatCode>
                <c:ptCount val="15"/>
                <c:pt idx="0">
                  <c:v>111.41666666666667</c:v>
                </c:pt>
                <c:pt idx="1">
                  <c:v>19.616666666666667</c:v>
                </c:pt>
                <c:pt idx="2">
                  <c:v>103</c:v>
                </c:pt>
                <c:pt idx="3">
                  <c:v>137.21255201109571</c:v>
                </c:pt>
                <c:pt idx="4">
                  <c:v>772.09523809523807</c:v>
                </c:pt>
                <c:pt idx="5">
                  <c:v>243.02500000000001</c:v>
                </c:pt>
                <c:pt idx="6">
                  <c:v>407.40909090909093</c:v>
                </c:pt>
                <c:pt idx="7">
                  <c:v>163.80000000000001</c:v>
                </c:pt>
                <c:pt idx="8">
                  <c:v>31.9</c:v>
                </c:pt>
                <c:pt idx="9">
                  <c:v>315.16666666666669</c:v>
                </c:pt>
                <c:pt idx="10">
                  <c:v>146.44999999999999</c:v>
                </c:pt>
                <c:pt idx="11">
                  <c:v>431.47058823529414</c:v>
                </c:pt>
                <c:pt idx="12">
                  <c:v>493.51666666666665</c:v>
                </c:pt>
                <c:pt idx="13">
                  <c:v>205.48750000000001</c:v>
                </c:pt>
                <c:pt idx="14">
                  <c:v>428.22119815668202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1E5E-429B-BD17-8A2D0CAC6E0D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Excel.xlsx]Q-7 I Objective!PivotTable2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Restaurent</a:t>
            </a:r>
            <a:r>
              <a:rPr lang="en-US" baseline="0"/>
              <a:t> Trend Year Wise</a:t>
            </a:r>
            <a:endParaRPr lang="en-US"/>
          </a:p>
        </c:rich>
      </c:tx>
      <c:layout>
        <c:manualLayout>
          <c:xMode val="edge"/>
          <c:yMode val="edge"/>
          <c:x val="0.19569064340971509"/>
          <c:y val="3.742833825247898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'Q-7 I Objective'!$C$7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'Q-7 I Objective'!$B$8:$B$17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strCache>
            </c:strRef>
          </c:cat>
          <c:val>
            <c:numRef>
              <c:f>'Q-7 I Objective'!$C$8:$C$17</c:f>
              <c:numCache>
                <c:formatCode>General</c:formatCode>
                <c:ptCount val="9"/>
                <c:pt idx="0">
                  <c:v>1080</c:v>
                </c:pt>
                <c:pt idx="1">
                  <c:v>1098</c:v>
                </c:pt>
                <c:pt idx="2">
                  <c:v>1022</c:v>
                </c:pt>
                <c:pt idx="3">
                  <c:v>1061</c:v>
                </c:pt>
                <c:pt idx="4">
                  <c:v>1051</c:v>
                </c:pt>
                <c:pt idx="5">
                  <c:v>1024</c:v>
                </c:pt>
                <c:pt idx="6">
                  <c:v>1027</c:v>
                </c:pt>
                <c:pt idx="7">
                  <c:v>1086</c:v>
                </c:pt>
                <c:pt idx="8">
                  <c:v>1102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5B-48AB-B5DD-7AE56941A6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1663421392"/>
        <c:axId val="1663420432"/>
      </c:barChart>
      <c:catAx>
        <c:axId val="1663421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420432"/>
        <c:crosses val="autoZero"/>
        <c:auto val="1"/>
        <c:lblAlgn val="ctr"/>
        <c:lblOffset val="100"/>
        <c:noMultiLvlLbl val="0"/>
      </c:catAx>
      <c:valAx>
        <c:axId val="16634204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421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Excel.xlsx]Q-1 I Subjective!PivotTable5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'Q-1 I Subjective'!$C$7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'Q-1 I Subjective'!$B$8:$B$23</c:f>
              <c:strCache>
                <c:ptCount val="15"/>
                <c:pt idx="0">
                  <c:v>Philippines</c:v>
                </c:pt>
                <c:pt idx="1">
                  <c:v>Turkey</c:v>
                </c:pt>
                <c:pt idx="2">
                  <c:v>Indonesia</c:v>
                </c:pt>
                <c:pt idx="3">
                  <c:v>New Zealand</c:v>
                </c:pt>
                <c:pt idx="4">
                  <c:v>United Arab Emirates</c:v>
                </c:pt>
                <c:pt idx="5">
                  <c:v>South Africa</c:v>
                </c:pt>
                <c:pt idx="6">
                  <c:v>United Kingdom</c:v>
                </c:pt>
                <c:pt idx="7">
                  <c:v>Qatar</c:v>
                </c:pt>
                <c:pt idx="8">
                  <c:v>United States of America</c:v>
                </c:pt>
                <c:pt idx="9">
                  <c:v>Sri Lanka</c:v>
                </c:pt>
                <c:pt idx="10">
                  <c:v>Brazil</c:v>
                </c:pt>
                <c:pt idx="11">
                  <c:v>Australia</c:v>
                </c:pt>
                <c:pt idx="12">
                  <c:v>Singapore</c:v>
                </c:pt>
                <c:pt idx="13">
                  <c:v>Canada</c:v>
                </c:pt>
                <c:pt idx="14">
                  <c:v>India</c:v>
                </c:pt>
              </c:strCache>
            </c:strRef>
          </c:cat>
          <c:val>
            <c:numRef>
              <c:f>'Q-1 I Subjective'!$C$8:$C$23</c:f>
              <c:numCache>
                <c:formatCode>0.0</c:formatCode>
                <c:ptCount val="15"/>
                <c:pt idx="0">
                  <c:v>4.4681818181818187</c:v>
                </c:pt>
                <c:pt idx="1">
                  <c:v>4.3</c:v>
                </c:pt>
                <c:pt idx="2">
                  <c:v>4.295238095238096</c:v>
                </c:pt>
                <c:pt idx="3">
                  <c:v>4.2624999999999993</c:v>
                </c:pt>
                <c:pt idx="4">
                  <c:v>4.2333333333333352</c:v>
                </c:pt>
                <c:pt idx="5">
                  <c:v>4.2100000000000009</c:v>
                </c:pt>
                <c:pt idx="6">
                  <c:v>4.0999999999999996</c:v>
                </c:pt>
                <c:pt idx="7">
                  <c:v>4.0599999999999996</c:v>
                </c:pt>
                <c:pt idx="8">
                  <c:v>4.011290322580642</c:v>
                </c:pt>
                <c:pt idx="9">
                  <c:v>3.87</c:v>
                </c:pt>
                <c:pt idx="10">
                  <c:v>3.8466666666666667</c:v>
                </c:pt>
                <c:pt idx="11">
                  <c:v>3.6583333333333337</c:v>
                </c:pt>
                <c:pt idx="12">
                  <c:v>3.5750000000000002</c:v>
                </c:pt>
                <c:pt idx="13">
                  <c:v>3.5750000000000002</c:v>
                </c:pt>
                <c:pt idx="14">
                  <c:v>2.7705501618122987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35-4DDB-B4FF-0A5E3F41F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42900656"/>
        <c:axId val="11100896"/>
      </c:lineChart>
      <c:catAx>
        <c:axId val="15429006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00896"/>
        <c:crosses val="autoZero"/>
        <c:auto val="1"/>
        <c:lblAlgn val="ctr"/>
        <c:lblOffset val="100"/>
        <c:noMultiLvlLbl val="0"/>
      </c:catAx>
      <c:valAx>
        <c:axId val="11100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2900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Excel.xlsx]Q-6 I Subjective!PivotTable15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The</a:t>
            </a:r>
            <a:r>
              <a:rPr lang="en-US" baseline="0"/>
              <a:t> Top 10 Cuisines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'Q-6 I Subjective'!$F$48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'Q-6 I Subjective'!$E$49:$E$59</c:f>
              <c:strCache>
                <c:ptCount val="10"/>
                <c:pt idx="0">
                  <c:v>Bakery</c:v>
                </c:pt>
                <c:pt idx="1">
                  <c:v>Bakery, Desserts</c:v>
                </c:pt>
                <c:pt idx="2">
                  <c:v>Cafe</c:v>
                </c:pt>
                <c:pt idx="3">
                  <c:v>Chinese</c:v>
                </c:pt>
                <c:pt idx="4">
                  <c:v>Fast Food</c:v>
                </c:pt>
                <c:pt idx="5">
                  <c:v>North Indian</c:v>
                </c:pt>
                <c:pt idx="6">
                  <c:v>North Indian, Chinese</c:v>
                </c:pt>
                <c:pt idx="7">
                  <c:v>North Indian, Mughlai</c:v>
                </c:pt>
                <c:pt idx="8">
                  <c:v>North Indian, Mughlai, Chinese</c:v>
                </c:pt>
                <c:pt idx="9">
                  <c:v>Street Food</c:v>
                </c:pt>
              </c:strCache>
            </c:strRef>
          </c:cat>
          <c:val>
            <c:numRef>
              <c:f>'Q-6 I Subjective'!$F$49:$F$59</c:f>
              <c:numCache>
                <c:formatCode>General</c:formatCode>
                <c:ptCount val="10"/>
                <c:pt idx="0">
                  <c:v>218</c:v>
                </c:pt>
                <c:pt idx="1">
                  <c:v>170</c:v>
                </c:pt>
                <c:pt idx="2">
                  <c:v>299</c:v>
                </c:pt>
                <c:pt idx="3">
                  <c:v>354</c:v>
                </c:pt>
                <c:pt idx="4">
                  <c:v>354</c:v>
                </c:pt>
                <c:pt idx="5">
                  <c:v>936</c:v>
                </c:pt>
                <c:pt idx="6">
                  <c:v>511</c:v>
                </c:pt>
                <c:pt idx="7">
                  <c:v>334</c:v>
                </c:pt>
                <c:pt idx="8">
                  <c:v>197</c:v>
                </c:pt>
                <c:pt idx="9">
                  <c:v>149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21-4ADA-8F6B-C5DD8CABA9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93157312"/>
        <c:axId val="1493156352"/>
      </c:barChart>
      <c:catAx>
        <c:axId val="14931573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56352"/>
        <c:crosses val="autoZero"/>
        <c:auto val="1"/>
        <c:lblAlgn val="ctr"/>
        <c:lblOffset val="100"/>
        <c:noMultiLvlLbl val="0"/>
      </c:catAx>
      <c:valAx>
        <c:axId val="1493156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31573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of rating vs Average cost for two in INR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'Q-8 I Subjective'!$L$7</c:f>
              <c:strCache>
                <c:ptCount val="1"/>
                <c:pt idx="0">
                  <c:v>Average of Average cost for two in INR</c:v>
                </c:pt>
              </c:strCache>
            </c:strRef>
          </c:tx>
          <c:spPr>
            <a:ln w="25400" cap="rnd">
              <a:noFill/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'Q-8 I Subjective'!$K$8:$K$1834</c:f>
              <c:numCache>
                <c:formatCode>General</c:formatCode>
                <c:ptCount val="1827"/>
                <c:pt idx="0">
                  <c:v>1.4750000000000001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4.7</c:v>
                </c:pt>
                <c:pt idx="5">
                  <c:v>4.2</c:v>
                </c:pt>
                <c:pt idx="6">
                  <c:v>3.7322580645161283</c:v>
                </c:pt>
                <c:pt idx="7">
                  <c:v>4.5999999999999996</c:v>
                </c:pt>
                <c:pt idx="8">
                  <c:v>4.5999999999999996</c:v>
                </c:pt>
                <c:pt idx="9">
                  <c:v>4.5</c:v>
                </c:pt>
                <c:pt idx="10">
                  <c:v>3.3</c:v>
                </c:pt>
                <c:pt idx="11">
                  <c:v>3.8</c:v>
                </c:pt>
                <c:pt idx="12">
                  <c:v>4.2250000000000005</c:v>
                </c:pt>
                <c:pt idx="13">
                  <c:v>1</c:v>
                </c:pt>
                <c:pt idx="14">
                  <c:v>3.7</c:v>
                </c:pt>
                <c:pt idx="15">
                  <c:v>3.8</c:v>
                </c:pt>
                <c:pt idx="16">
                  <c:v>3.85</c:v>
                </c:pt>
                <c:pt idx="17">
                  <c:v>4.9000000000000004</c:v>
                </c:pt>
                <c:pt idx="18">
                  <c:v>3.3</c:v>
                </c:pt>
                <c:pt idx="19">
                  <c:v>3.95</c:v>
                </c:pt>
                <c:pt idx="20">
                  <c:v>3.8250000000000002</c:v>
                </c:pt>
                <c:pt idx="21">
                  <c:v>3.8142857142857141</c:v>
                </c:pt>
                <c:pt idx="22">
                  <c:v>4.0333333333333332</c:v>
                </c:pt>
                <c:pt idx="23">
                  <c:v>4.3</c:v>
                </c:pt>
                <c:pt idx="24">
                  <c:v>3.4</c:v>
                </c:pt>
                <c:pt idx="25">
                  <c:v>4</c:v>
                </c:pt>
                <c:pt idx="26">
                  <c:v>4.2</c:v>
                </c:pt>
                <c:pt idx="27">
                  <c:v>4.4000000000000004</c:v>
                </c:pt>
                <c:pt idx="28">
                  <c:v>4</c:v>
                </c:pt>
                <c:pt idx="29">
                  <c:v>4.0769230769230766</c:v>
                </c:pt>
                <c:pt idx="30">
                  <c:v>4.7</c:v>
                </c:pt>
                <c:pt idx="31">
                  <c:v>3.8</c:v>
                </c:pt>
                <c:pt idx="32">
                  <c:v>4.5999999999999996</c:v>
                </c:pt>
                <c:pt idx="33">
                  <c:v>4.9000000000000004</c:v>
                </c:pt>
                <c:pt idx="34">
                  <c:v>3.7</c:v>
                </c:pt>
                <c:pt idx="35">
                  <c:v>3.85</c:v>
                </c:pt>
                <c:pt idx="36">
                  <c:v>4.2</c:v>
                </c:pt>
                <c:pt idx="37">
                  <c:v>4.9000000000000004</c:v>
                </c:pt>
                <c:pt idx="38">
                  <c:v>2.5</c:v>
                </c:pt>
                <c:pt idx="39">
                  <c:v>3.5</c:v>
                </c:pt>
                <c:pt idx="40">
                  <c:v>3.7</c:v>
                </c:pt>
                <c:pt idx="41">
                  <c:v>4.9000000000000004</c:v>
                </c:pt>
                <c:pt idx="42">
                  <c:v>4.5999999999999996</c:v>
                </c:pt>
                <c:pt idx="43">
                  <c:v>3.8</c:v>
                </c:pt>
                <c:pt idx="44">
                  <c:v>3.7</c:v>
                </c:pt>
                <c:pt idx="45">
                  <c:v>3.7</c:v>
                </c:pt>
                <c:pt idx="46">
                  <c:v>3.7</c:v>
                </c:pt>
                <c:pt idx="47">
                  <c:v>4.6500000000000004</c:v>
                </c:pt>
                <c:pt idx="48">
                  <c:v>3.9</c:v>
                </c:pt>
                <c:pt idx="49">
                  <c:v>4.7</c:v>
                </c:pt>
                <c:pt idx="50">
                  <c:v>4.3</c:v>
                </c:pt>
                <c:pt idx="51">
                  <c:v>4.2</c:v>
                </c:pt>
                <c:pt idx="52">
                  <c:v>3.5</c:v>
                </c:pt>
                <c:pt idx="53">
                  <c:v>4.2</c:v>
                </c:pt>
                <c:pt idx="54">
                  <c:v>3.35</c:v>
                </c:pt>
                <c:pt idx="55">
                  <c:v>2.2571428571428571</c:v>
                </c:pt>
                <c:pt idx="56">
                  <c:v>4</c:v>
                </c:pt>
                <c:pt idx="57">
                  <c:v>3.3</c:v>
                </c:pt>
                <c:pt idx="58">
                  <c:v>2.9322580645161294</c:v>
                </c:pt>
                <c:pt idx="59">
                  <c:v>4.2</c:v>
                </c:pt>
                <c:pt idx="60">
                  <c:v>3.3</c:v>
                </c:pt>
                <c:pt idx="61">
                  <c:v>3.7</c:v>
                </c:pt>
                <c:pt idx="62">
                  <c:v>3.7</c:v>
                </c:pt>
                <c:pt idx="63">
                  <c:v>4</c:v>
                </c:pt>
                <c:pt idx="64">
                  <c:v>4</c:v>
                </c:pt>
                <c:pt idx="65">
                  <c:v>4.5</c:v>
                </c:pt>
                <c:pt idx="66">
                  <c:v>4.2</c:v>
                </c:pt>
                <c:pt idx="67">
                  <c:v>3.6</c:v>
                </c:pt>
                <c:pt idx="68">
                  <c:v>3.8</c:v>
                </c:pt>
                <c:pt idx="69">
                  <c:v>3.02</c:v>
                </c:pt>
                <c:pt idx="70">
                  <c:v>3.8</c:v>
                </c:pt>
                <c:pt idx="71">
                  <c:v>3.6</c:v>
                </c:pt>
                <c:pt idx="72">
                  <c:v>4.0999999999999996</c:v>
                </c:pt>
                <c:pt idx="73">
                  <c:v>3.7</c:v>
                </c:pt>
                <c:pt idx="74">
                  <c:v>3.5</c:v>
                </c:pt>
                <c:pt idx="75">
                  <c:v>1</c:v>
                </c:pt>
                <c:pt idx="76">
                  <c:v>3.6</c:v>
                </c:pt>
                <c:pt idx="77">
                  <c:v>4.2</c:v>
                </c:pt>
                <c:pt idx="78">
                  <c:v>3.9666666666666663</c:v>
                </c:pt>
                <c:pt idx="79">
                  <c:v>3.8499999999999996</c:v>
                </c:pt>
                <c:pt idx="80">
                  <c:v>3.2</c:v>
                </c:pt>
                <c:pt idx="81">
                  <c:v>4.5999999999999996</c:v>
                </c:pt>
                <c:pt idx="82">
                  <c:v>3.7</c:v>
                </c:pt>
                <c:pt idx="83">
                  <c:v>3.4666666666666663</c:v>
                </c:pt>
                <c:pt idx="84">
                  <c:v>3.9</c:v>
                </c:pt>
                <c:pt idx="85">
                  <c:v>4.2</c:v>
                </c:pt>
                <c:pt idx="86">
                  <c:v>4</c:v>
                </c:pt>
                <c:pt idx="87">
                  <c:v>3.7</c:v>
                </c:pt>
                <c:pt idx="88">
                  <c:v>3.8</c:v>
                </c:pt>
                <c:pt idx="89">
                  <c:v>3.7</c:v>
                </c:pt>
                <c:pt idx="90">
                  <c:v>4.166666666666667</c:v>
                </c:pt>
                <c:pt idx="91">
                  <c:v>4.7</c:v>
                </c:pt>
                <c:pt idx="92">
                  <c:v>4.4000000000000004</c:v>
                </c:pt>
                <c:pt idx="93">
                  <c:v>4.9000000000000004</c:v>
                </c:pt>
                <c:pt idx="94">
                  <c:v>4.0999999999999996</c:v>
                </c:pt>
                <c:pt idx="95">
                  <c:v>4.5999999999999996</c:v>
                </c:pt>
                <c:pt idx="96">
                  <c:v>3.5</c:v>
                </c:pt>
                <c:pt idx="97">
                  <c:v>4.4000000000000004</c:v>
                </c:pt>
                <c:pt idx="98">
                  <c:v>3.8374999999999999</c:v>
                </c:pt>
                <c:pt idx="99">
                  <c:v>4</c:v>
                </c:pt>
                <c:pt idx="100">
                  <c:v>4.2250000000000005</c:v>
                </c:pt>
                <c:pt idx="101">
                  <c:v>4.5</c:v>
                </c:pt>
                <c:pt idx="102">
                  <c:v>3.8333333333333335</c:v>
                </c:pt>
                <c:pt idx="103">
                  <c:v>4.0999999999999996</c:v>
                </c:pt>
                <c:pt idx="104">
                  <c:v>3.8</c:v>
                </c:pt>
                <c:pt idx="105">
                  <c:v>2.5999999999999996</c:v>
                </c:pt>
                <c:pt idx="106">
                  <c:v>3.4</c:v>
                </c:pt>
                <c:pt idx="107">
                  <c:v>3.5</c:v>
                </c:pt>
                <c:pt idx="108">
                  <c:v>3.6</c:v>
                </c:pt>
                <c:pt idx="109">
                  <c:v>3.7</c:v>
                </c:pt>
                <c:pt idx="110">
                  <c:v>3.1</c:v>
                </c:pt>
                <c:pt idx="111">
                  <c:v>3.5</c:v>
                </c:pt>
                <c:pt idx="112">
                  <c:v>4.2</c:v>
                </c:pt>
                <c:pt idx="113">
                  <c:v>2.9</c:v>
                </c:pt>
                <c:pt idx="114">
                  <c:v>4.5</c:v>
                </c:pt>
                <c:pt idx="115">
                  <c:v>3.4222222222222221</c:v>
                </c:pt>
                <c:pt idx="116">
                  <c:v>4.2</c:v>
                </c:pt>
                <c:pt idx="117">
                  <c:v>3.5</c:v>
                </c:pt>
                <c:pt idx="118">
                  <c:v>2.8</c:v>
                </c:pt>
                <c:pt idx="119">
                  <c:v>4.2</c:v>
                </c:pt>
                <c:pt idx="120">
                  <c:v>4.5999999999999996</c:v>
                </c:pt>
                <c:pt idx="121">
                  <c:v>3.4899999999999998</c:v>
                </c:pt>
                <c:pt idx="122">
                  <c:v>4.2</c:v>
                </c:pt>
                <c:pt idx="123">
                  <c:v>3.8</c:v>
                </c:pt>
                <c:pt idx="124">
                  <c:v>4.0999999999999996</c:v>
                </c:pt>
                <c:pt idx="125">
                  <c:v>4.7</c:v>
                </c:pt>
                <c:pt idx="126">
                  <c:v>3.8</c:v>
                </c:pt>
                <c:pt idx="127">
                  <c:v>4.2</c:v>
                </c:pt>
                <c:pt idx="128">
                  <c:v>4.0999999999999996</c:v>
                </c:pt>
                <c:pt idx="129">
                  <c:v>3.9</c:v>
                </c:pt>
                <c:pt idx="130">
                  <c:v>3.5</c:v>
                </c:pt>
                <c:pt idx="131">
                  <c:v>4.5</c:v>
                </c:pt>
                <c:pt idx="132">
                  <c:v>3</c:v>
                </c:pt>
                <c:pt idx="133">
                  <c:v>3.8</c:v>
                </c:pt>
                <c:pt idx="134">
                  <c:v>3.95</c:v>
                </c:pt>
                <c:pt idx="135">
                  <c:v>4.2</c:v>
                </c:pt>
                <c:pt idx="136">
                  <c:v>4.5999999999999996</c:v>
                </c:pt>
                <c:pt idx="137">
                  <c:v>3.1</c:v>
                </c:pt>
                <c:pt idx="138">
                  <c:v>3.9</c:v>
                </c:pt>
                <c:pt idx="139">
                  <c:v>4.0999999999999996</c:v>
                </c:pt>
                <c:pt idx="140">
                  <c:v>4.2</c:v>
                </c:pt>
                <c:pt idx="141">
                  <c:v>4.4000000000000004</c:v>
                </c:pt>
                <c:pt idx="142">
                  <c:v>4.4000000000000004</c:v>
                </c:pt>
                <c:pt idx="143">
                  <c:v>3.9499999999999997</c:v>
                </c:pt>
                <c:pt idx="144">
                  <c:v>3.5</c:v>
                </c:pt>
                <c:pt idx="145">
                  <c:v>2.9</c:v>
                </c:pt>
                <c:pt idx="146">
                  <c:v>1</c:v>
                </c:pt>
                <c:pt idx="147">
                  <c:v>4.0999999999999996</c:v>
                </c:pt>
                <c:pt idx="148">
                  <c:v>4.0999999999999996</c:v>
                </c:pt>
                <c:pt idx="149">
                  <c:v>4.5</c:v>
                </c:pt>
                <c:pt idx="150">
                  <c:v>4.3</c:v>
                </c:pt>
                <c:pt idx="151">
                  <c:v>4.0999999999999996</c:v>
                </c:pt>
                <c:pt idx="152">
                  <c:v>3.6</c:v>
                </c:pt>
                <c:pt idx="153">
                  <c:v>3.9666666666666668</c:v>
                </c:pt>
                <c:pt idx="154">
                  <c:v>4.166666666666667</c:v>
                </c:pt>
                <c:pt idx="155">
                  <c:v>3.1</c:v>
                </c:pt>
                <c:pt idx="156">
                  <c:v>4</c:v>
                </c:pt>
                <c:pt idx="157">
                  <c:v>3.8</c:v>
                </c:pt>
                <c:pt idx="158">
                  <c:v>4.4000000000000004</c:v>
                </c:pt>
                <c:pt idx="159">
                  <c:v>3.9</c:v>
                </c:pt>
                <c:pt idx="160">
                  <c:v>1</c:v>
                </c:pt>
                <c:pt idx="161">
                  <c:v>3.15</c:v>
                </c:pt>
                <c:pt idx="162">
                  <c:v>4.0999999999999996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3.8</c:v>
                </c:pt>
                <c:pt idx="168">
                  <c:v>2.3279816513761458</c:v>
                </c:pt>
                <c:pt idx="169">
                  <c:v>4.2</c:v>
                </c:pt>
                <c:pt idx="170">
                  <c:v>3.4</c:v>
                </c:pt>
                <c:pt idx="171">
                  <c:v>3.6</c:v>
                </c:pt>
                <c:pt idx="172">
                  <c:v>3.9</c:v>
                </c:pt>
                <c:pt idx="173">
                  <c:v>4.3</c:v>
                </c:pt>
                <c:pt idx="174">
                  <c:v>2.04</c:v>
                </c:pt>
                <c:pt idx="175">
                  <c:v>3.5333333333333337</c:v>
                </c:pt>
                <c:pt idx="176">
                  <c:v>1</c:v>
                </c:pt>
                <c:pt idx="177">
                  <c:v>2.6352941176470606</c:v>
                </c:pt>
                <c:pt idx="178">
                  <c:v>3.1</c:v>
                </c:pt>
                <c:pt idx="179">
                  <c:v>3.6333333333333329</c:v>
                </c:pt>
                <c:pt idx="180">
                  <c:v>4</c:v>
                </c:pt>
                <c:pt idx="181">
                  <c:v>3.4000000000000004</c:v>
                </c:pt>
                <c:pt idx="182">
                  <c:v>3.3984126984126988</c:v>
                </c:pt>
                <c:pt idx="183">
                  <c:v>4.2</c:v>
                </c:pt>
                <c:pt idx="184">
                  <c:v>1</c:v>
                </c:pt>
                <c:pt idx="185">
                  <c:v>3.5</c:v>
                </c:pt>
                <c:pt idx="186">
                  <c:v>3.6</c:v>
                </c:pt>
                <c:pt idx="187">
                  <c:v>3.4</c:v>
                </c:pt>
                <c:pt idx="188">
                  <c:v>3.4</c:v>
                </c:pt>
                <c:pt idx="189">
                  <c:v>1</c:v>
                </c:pt>
                <c:pt idx="190">
                  <c:v>3.4</c:v>
                </c:pt>
                <c:pt idx="191">
                  <c:v>3.5</c:v>
                </c:pt>
                <c:pt idx="192">
                  <c:v>2.6675925925925932</c:v>
                </c:pt>
                <c:pt idx="193">
                  <c:v>3.4</c:v>
                </c:pt>
                <c:pt idx="194">
                  <c:v>2.75</c:v>
                </c:pt>
                <c:pt idx="195">
                  <c:v>2.6999999999999997</c:v>
                </c:pt>
                <c:pt idx="196">
                  <c:v>3.1</c:v>
                </c:pt>
                <c:pt idx="197">
                  <c:v>2.9</c:v>
                </c:pt>
                <c:pt idx="198">
                  <c:v>4.0999999999999996</c:v>
                </c:pt>
                <c:pt idx="199">
                  <c:v>1</c:v>
                </c:pt>
                <c:pt idx="200">
                  <c:v>2.8666666666666667</c:v>
                </c:pt>
                <c:pt idx="201">
                  <c:v>2.9</c:v>
                </c:pt>
                <c:pt idx="202">
                  <c:v>1.6666666666666667</c:v>
                </c:pt>
                <c:pt idx="203">
                  <c:v>2.9</c:v>
                </c:pt>
                <c:pt idx="204">
                  <c:v>1</c:v>
                </c:pt>
                <c:pt idx="205">
                  <c:v>1</c:v>
                </c:pt>
                <c:pt idx="206">
                  <c:v>4.4000000000000004</c:v>
                </c:pt>
                <c:pt idx="207">
                  <c:v>3.2</c:v>
                </c:pt>
                <c:pt idx="208">
                  <c:v>4.2333333333333334</c:v>
                </c:pt>
                <c:pt idx="209">
                  <c:v>2.2999999999999998</c:v>
                </c:pt>
                <c:pt idx="210">
                  <c:v>3.8</c:v>
                </c:pt>
                <c:pt idx="211">
                  <c:v>4</c:v>
                </c:pt>
                <c:pt idx="212">
                  <c:v>4.0999999999999996</c:v>
                </c:pt>
                <c:pt idx="213">
                  <c:v>3.5</c:v>
                </c:pt>
                <c:pt idx="214">
                  <c:v>3.9777777777777774</c:v>
                </c:pt>
                <c:pt idx="215">
                  <c:v>4.9000000000000004</c:v>
                </c:pt>
                <c:pt idx="216">
                  <c:v>4.5</c:v>
                </c:pt>
                <c:pt idx="217">
                  <c:v>3.6999999999999997</c:v>
                </c:pt>
                <c:pt idx="218">
                  <c:v>4.5</c:v>
                </c:pt>
                <c:pt idx="219">
                  <c:v>4.5999999999999996</c:v>
                </c:pt>
                <c:pt idx="220">
                  <c:v>4.3</c:v>
                </c:pt>
                <c:pt idx="221">
                  <c:v>4.0999999999999996</c:v>
                </c:pt>
                <c:pt idx="222">
                  <c:v>4</c:v>
                </c:pt>
                <c:pt idx="223">
                  <c:v>3.62</c:v>
                </c:pt>
                <c:pt idx="224">
                  <c:v>1</c:v>
                </c:pt>
                <c:pt idx="225">
                  <c:v>3.2</c:v>
                </c:pt>
                <c:pt idx="226">
                  <c:v>2.5333333333333332</c:v>
                </c:pt>
                <c:pt idx="227">
                  <c:v>3.7</c:v>
                </c:pt>
                <c:pt idx="228">
                  <c:v>4.0999999999999996</c:v>
                </c:pt>
                <c:pt idx="229">
                  <c:v>3.9</c:v>
                </c:pt>
                <c:pt idx="230">
                  <c:v>2.7611111111111111</c:v>
                </c:pt>
                <c:pt idx="231">
                  <c:v>4.5</c:v>
                </c:pt>
                <c:pt idx="232">
                  <c:v>2.2999999999999998</c:v>
                </c:pt>
                <c:pt idx="233">
                  <c:v>2.666666666666667</c:v>
                </c:pt>
                <c:pt idx="234">
                  <c:v>1</c:v>
                </c:pt>
                <c:pt idx="235">
                  <c:v>3.1</c:v>
                </c:pt>
                <c:pt idx="236">
                  <c:v>4.8</c:v>
                </c:pt>
                <c:pt idx="237">
                  <c:v>3.1</c:v>
                </c:pt>
                <c:pt idx="238">
                  <c:v>4.3</c:v>
                </c:pt>
                <c:pt idx="239">
                  <c:v>4.3</c:v>
                </c:pt>
                <c:pt idx="240">
                  <c:v>3.2</c:v>
                </c:pt>
                <c:pt idx="241">
                  <c:v>3.4333333333333336</c:v>
                </c:pt>
                <c:pt idx="242">
                  <c:v>4</c:v>
                </c:pt>
                <c:pt idx="243">
                  <c:v>1.9722222222222223</c:v>
                </c:pt>
                <c:pt idx="244">
                  <c:v>4</c:v>
                </c:pt>
                <c:pt idx="245">
                  <c:v>2.8</c:v>
                </c:pt>
                <c:pt idx="246">
                  <c:v>3.5285714285714289</c:v>
                </c:pt>
                <c:pt idx="247">
                  <c:v>3.2</c:v>
                </c:pt>
                <c:pt idx="248">
                  <c:v>3.4</c:v>
                </c:pt>
                <c:pt idx="249">
                  <c:v>2.4235294117647062</c:v>
                </c:pt>
                <c:pt idx="250">
                  <c:v>3.7</c:v>
                </c:pt>
                <c:pt idx="251">
                  <c:v>2.6499999999999995</c:v>
                </c:pt>
                <c:pt idx="252">
                  <c:v>4.5999999999999996</c:v>
                </c:pt>
                <c:pt idx="253">
                  <c:v>2.7</c:v>
                </c:pt>
                <c:pt idx="254">
                  <c:v>3.9666666666666663</c:v>
                </c:pt>
                <c:pt idx="255">
                  <c:v>3.4400000000000004</c:v>
                </c:pt>
                <c:pt idx="256">
                  <c:v>1</c:v>
                </c:pt>
                <c:pt idx="257">
                  <c:v>3.5222222222222221</c:v>
                </c:pt>
                <c:pt idx="258">
                  <c:v>4.6750000000000007</c:v>
                </c:pt>
                <c:pt idx="259">
                  <c:v>4.5999999999999996</c:v>
                </c:pt>
                <c:pt idx="260">
                  <c:v>1</c:v>
                </c:pt>
                <c:pt idx="261">
                  <c:v>3.9</c:v>
                </c:pt>
                <c:pt idx="262">
                  <c:v>4.5999999999999996</c:v>
                </c:pt>
                <c:pt idx="263">
                  <c:v>4.3</c:v>
                </c:pt>
                <c:pt idx="264">
                  <c:v>1</c:v>
                </c:pt>
                <c:pt idx="265">
                  <c:v>4.4000000000000004</c:v>
                </c:pt>
                <c:pt idx="266">
                  <c:v>4.2</c:v>
                </c:pt>
                <c:pt idx="267">
                  <c:v>4.5999999999999996</c:v>
                </c:pt>
                <c:pt idx="268">
                  <c:v>3.9</c:v>
                </c:pt>
                <c:pt idx="269">
                  <c:v>3.6666666666666665</c:v>
                </c:pt>
                <c:pt idx="270">
                  <c:v>3.7</c:v>
                </c:pt>
                <c:pt idx="271">
                  <c:v>4.0999999999999996</c:v>
                </c:pt>
                <c:pt idx="272">
                  <c:v>3.7</c:v>
                </c:pt>
                <c:pt idx="273">
                  <c:v>3.7</c:v>
                </c:pt>
                <c:pt idx="274">
                  <c:v>3.6</c:v>
                </c:pt>
                <c:pt idx="275">
                  <c:v>4.3</c:v>
                </c:pt>
                <c:pt idx="276">
                  <c:v>3.7</c:v>
                </c:pt>
                <c:pt idx="277">
                  <c:v>3.8</c:v>
                </c:pt>
                <c:pt idx="278">
                  <c:v>4.5</c:v>
                </c:pt>
                <c:pt idx="279">
                  <c:v>4</c:v>
                </c:pt>
                <c:pt idx="280">
                  <c:v>4.0999999999999996</c:v>
                </c:pt>
                <c:pt idx="281">
                  <c:v>3.5</c:v>
                </c:pt>
                <c:pt idx="282">
                  <c:v>4.4000000000000004</c:v>
                </c:pt>
                <c:pt idx="283">
                  <c:v>4.4000000000000004</c:v>
                </c:pt>
                <c:pt idx="284">
                  <c:v>4.2</c:v>
                </c:pt>
                <c:pt idx="285">
                  <c:v>4.3666666666666663</c:v>
                </c:pt>
                <c:pt idx="286">
                  <c:v>4.0999999999999996</c:v>
                </c:pt>
                <c:pt idx="287">
                  <c:v>4.0999999999999996</c:v>
                </c:pt>
                <c:pt idx="288">
                  <c:v>3.8</c:v>
                </c:pt>
                <c:pt idx="289">
                  <c:v>3.8</c:v>
                </c:pt>
                <c:pt idx="290">
                  <c:v>4.3</c:v>
                </c:pt>
                <c:pt idx="291">
                  <c:v>4.4000000000000004</c:v>
                </c:pt>
                <c:pt idx="292">
                  <c:v>4.0999999999999996</c:v>
                </c:pt>
                <c:pt idx="293">
                  <c:v>4</c:v>
                </c:pt>
                <c:pt idx="294">
                  <c:v>4.45</c:v>
                </c:pt>
                <c:pt idx="295">
                  <c:v>4.0333333333333341</c:v>
                </c:pt>
                <c:pt idx="296">
                  <c:v>3.8</c:v>
                </c:pt>
                <c:pt idx="297">
                  <c:v>3.85</c:v>
                </c:pt>
                <c:pt idx="298">
                  <c:v>4.5</c:v>
                </c:pt>
                <c:pt idx="299">
                  <c:v>4.0999999999999996</c:v>
                </c:pt>
                <c:pt idx="300">
                  <c:v>3.95</c:v>
                </c:pt>
                <c:pt idx="301">
                  <c:v>3.8</c:v>
                </c:pt>
                <c:pt idx="302">
                  <c:v>4.9000000000000004</c:v>
                </c:pt>
                <c:pt idx="303">
                  <c:v>3.8</c:v>
                </c:pt>
                <c:pt idx="304">
                  <c:v>3.7</c:v>
                </c:pt>
                <c:pt idx="305">
                  <c:v>3.9</c:v>
                </c:pt>
                <c:pt idx="306">
                  <c:v>4.5</c:v>
                </c:pt>
                <c:pt idx="307">
                  <c:v>3.272727272727272</c:v>
                </c:pt>
                <c:pt idx="308">
                  <c:v>3.6</c:v>
                </c:pt>
                <c:pt idx="309">
                  <c:v>4.2</c:v>
                </c:pt>
                <c:pt idx="310">
                  <c:v>3.262790697674419</c:v>
                </c:pt>
                <c:pt idx="311">
                  <c:v>2.4666666666666668</c:v>
                </c:pt>
                <c:pt idx="312">
                  <c:v>3</c:v>
                </c:pt>
                <c:pt idx="313">
                  <c:v>4</c:v>
                </c:pt>
                <c:pt idx="314">
                  <c:v>3.6</c:v>
                </c:pt>
                <c:pt idx="315">
                  <c:v>4</c:v>
                </c:pt>
                <c:pt idx="316">
                  <c:v>2.2000000000000002</c:v>
                </c:pt>
                <c:pt idx="317">
                  <c:v>3.9</c:v>
                </c:pt>
                <c:pt idx="318">
                  <c:v>4</c:v>
                </c:pt>
                <c:pt idx="319">
                  <c:v>4.3</c:v>
                </c:pt>
                <c:pt idx="320">
                  <c:v>3.6</c:v>
                </c:pt>
                <c:pt idx="321">
                  <c:v>3.9</c:v>
                </c:pt>
                <c:pt idx="322">
                  <c:v>4.3</c:v>
                </c:pt>
                <c:pt idx="323">
                  <c:v>1</c:v>
                </c:pt>
                <c:pt idx="324">
                  <c:v>3.55</c:v>
                </c:pt>
                <c:pt idx="325">
                  <c:v>4.4000000000000004</c:v>
                </c:pt>
                <c:pt idx="326">
                  <c:v>4</c:v>
                </c:pt>
                <c:pt idx="327">
                  <c:v>3.5333333333333337</c:v>
                </c:pt>
                <c:pt idx="328">
                  <c:v>4.0999999999999996</c:v>
                </c:pt>
                <c:pt idx="329">
                  <c:v>3.8666666666666667</c:v>
                </c:pt>
                <c:pt idx="330">
                  <c:v>3.4</c:v>
                </c:pt>
                <c:pt idx="331">
                  <c:v>3.0481605351170562</c:v>
                </c:pt>
                <c:pt idx="332">
                  <c:v>4.5999999999999996</c:v>
                </c:pt>
                <c:pt idx="333">
                  <c:v>3.9</c:v>
                </c:pt>
                <c:pt idx="334">
                  <c:v>3.6</c:v>
                </c:pt>
                <c:pt idx="335">
                  <c:v>3.7</c:v>
                </c:pt>
                <c:pt idx="336">
                  <c:v>4</c:v>
                </c:pt>
                <c:pt idx="337">
                  <c:v>4.0999999999999996</c:v>
                </c:pt>
                <c:pt idx="338">
                  <c:v>3.6</c:v>
                </c:pt>
                <c:pt idx="339">
                  <c:v>3.7</c:v>
                </c:pt>
                <c:pt idx="340">
                  <c:v>3.8</c:v>
                </c:pt>
                <c:pt idx="341">
                  <c:v>3.1</c:v>
                </c:pt>
                <c:pt idx="342">
                  <c:v>4.2</c:v>
                </c:pt>
                <c:pt idx="343">
                  <c:v>3.7</c:v>
                </c:pt>
                <c:pt idx="344">
                  <c:v>3.1937500000000001</c:v>
                </c:pt>
                <c:pt idx="345">
                  <c:v>4.4000000000000004</c:v>
                </c:pt>
                <c:pt idx="346">
                  <c:v>4.166666666666667</c:v>
                </c:pt>
                <c:pt idx="347">
                  <c:v>2.2000000000000002</c:v>
                </c:pt>
                <c:pt idx="348">
                  <c:v>4.0999999999999996</c:v>
                </c:pt>
                <c:pt idx="349">
                  <c:v>4.0999999999999996</c:v>
                </c:pt>
                <c:pt idx="350">
                  <c:v>4</c:v>
                </c:pt>
                <c:pt idx="351">
                  <c:v>3.9</c:v>
                </c:pt>
                <c:pt idx="352">
                  <c:v>2.8333333333333335</c:v>
                </c:pt>
                <c:pt idx="353">
                  <c:v>4</c:v>
                </c:pt>
                <c:pt idx="354">
                  <c:v>3.7</c:v>
                </c:pt>
                <c:pt idx="355">
                  <c:v>4.55</c:v>
                </c:pt>
                <c:pt idx="356">
                  <c:v>3.9</c:v>
                </c:pt>
                <c:pt idx="357">
                  <c:v>4.5</c:v>
                </c:pt>
                <c:pt idx="358">
                  <c:v>3.2666666666666662</c:v>
                </c:pt>
                <c:pt idx="359">
                  <c:v>4</c:v>
                </c:pt>
                <c:pt idx="360">
                  <c:v>3.2</c:v>
                </c:pt>
                <c:pt idx="361">
                  <c:v>3.2999999999999994</c:v>
                </c:pt>
                <c:pt idx="362">
                  <c:v>3.7</c:v>
                </c:pt>
                <c:pt idx="363">
                  <c:v>3.8</c:v>
                </c:pt>
                <c:pt idx="364">
                  <c:v>2.9</c:v>
                </c:pt>
                <c:pt idx="365">
                  <c:v>3.3</c:v>
                </c:pt>
                <c:pt idx="366">
                  <c:v>4</c:v>
                </c:pt>
                <c:pt idx="367">
                  <c:v>3.8</c:v>
                </c:pt>
                <c:pt idx="368">
                  <c:v>3.4</c:v>
                </c:pt>
                <c:pt idx="369">
                  <c:v>4.2</c:v>
                </c:pt>
                <c:pt idx="370">
                  <c:v>3.6416666666666671</c:v>
                </c:pt>
                <c:pt idx="371">
                  <c:v>2.9750000000000001</c:v>
                </c:pt>
                <c:pt idx="372">
                  <c:v>4.1999999999999993</c:v>
                </c:pt>
                <c:pt idx="373">
                  <c:v>3.6</c:v>
                </c:pt>
                <c:pt idx="374">
                  <c:v>4.4000000000000004</c:v>
                </c:pt>
                <c:pt idx="375">
                  <c:v>3.9</c:v>
                </c:pt>
                <c:pt idx="376">
                  <c:v>3.6</c:v>
                </c:pt>
                <c:pt idx="377">
                  <c:v>3.9499999999999997</c:v>
                </c:pt>
                <c:pt idx="378">
                  <c:v>2.35</c:v>
                </c:pt>
                <c:pt idx="379">
                  <c:v>4.08</c:v>
                </c:pt>
                <c:pt idx="380">
                  <c:v>4.4000000000000004</c:v>
                </c:pt>
                <c:pt idx="381">
                  <c:v>3.6</c:v>
                </c:pt>
                <c:pt idx="382">
                  <c:v>4.2</c:v>
                </c:pt>
                <c:pt idx="383">
                  <c:v>3.7</c:v>
                </c:pt>
                <c:pt idx="384">
                  <c:v>4</c:v>
                </c:pt>
                <c:pt idx="385">
                  <c:v>4.7</c:v>
                </c:pt>
                <c:pt idx="386">
                  <c:v>3.45</c:v>
                </c:pt>
                <c:pt idx="387">
                  <c:v>4.0999999999999996</c:v>
                </c:pt>
                <c:pt idx="388">
                  <c:v>4</c:v>
                </c:pt>
                <c:pt idx="389">
                  <c:v>3.7</c:v>
                </c:pt>
                <c:pt idx="390">
                  <c:v>3.6</c:v>
                </c:pt>
                <c:pt idx="391">
                  <c:v>4.2</c:v>
                </c:pt>
                <c:pt idx="392">
                  <c:v>4</c:v>
                </c:pt>
                <c:pt idx="393">
                  <c:v>3.8</c:v>
                </c:pt>
                <c:pt idx="394">
                  <c:v>3.5444444444444447</c:v>
                </c:pt>
                <c:pt idx="395">
                  <c:v>3.65</c:v>
                </c:pt>
                <c:pt idx="396">
                  <c:v>3.7</c:v>
                </c:pt>
                <c:pt idx="397">
                  <c:v>3.7</c:v>
                </c:pt>
                <c:pt idx="398">
                  <c:v>4</c:v>
                </c:pt>
                <c:pt idx="399">
                  <c:v>4.4000000000000004</c:v>
                </c:pt>
                <c:pt idx="400">
                  <c:v>3.5166666666666657</c:v>
                </c:pt>
                <c:pt idx="401">
                  <c:v>3.8</c:v>
                </c:pt>
                <c:pt idx="402">
                  <c:v>2.8</c:v>
                </c:pt>
                <c:pt idx="403">
                  <c:v>1</c:v>
                </c:pt>
                <c:pt idx="404">
                  <c:v>3.8</c:v>
                </c:pt>
                <c:pt idx="405">
                  <c:v>3.7</c:v>
                </c:pt>
                <c:pt idx="406">
                  <c:v>3.2</c:v>
                </c:pt>
                <c:pt idx="407">
                  <c:v>3.5999999999999996</c:v>
                </c:pt>
                <c:pt idx="408">
                  <c:v>4.0999999999999996</c:v>
                </c:pt>
                <c:pt idx="409">
                  <c:v>4.25</c:v>
                </c:pt>
                <c:pt idx="410">
                  <c:v>3.9499999999999997</c:v>
                </c:pt>
                <c:pt idx="411">
                  <c:v>3.9</c:v>
                </c:pt>
                <c:pt idx="412">
                  <c:v>3.8000000000000003</c:v>
                </c:pt>
                <c:pt idx="413">
                  <c:v>3.4</c:v>
                </c:pt>
                <c:pt idx="414">
                  <c:v>3.95</c:v>
                </c:pt>
                <c:pt idx="415">
                  <c:v>1</c:v>
                </c:pt>
                <c:pt idx="416">
                  <c:v>4</c:v>
                </c:pt>
                <c:pt idx="417">
                  <c:v>3.8</c:v>
                </c:pt>
                <c:pt idx="418">
                  <c:v>3.7</c:v>
                </c:pt>
                <c:pt idx="419">
                  <c:v>3</c:v>
                </c:pt>
                <c:pt idx="420">
                  <c:v>3.6666666666666665</c:v>
                </c:pt>
                <c:pt idx="421">
                  <c:v>4.4000000000000004</c:v>
                </c:pt>
                <c:pt idx="422">
                  <c:v>3.5333333333333337</c:v>
                </c:pt>
                <c:pt idx="423">
                  <c:v>3.9</c:v>
                </c:pt>
                <c:pt idx="424">
                  <c:v>3.65</c:v>
                </c:pt>
                <c:pt idx="425">
                  <c:v>4.5999999999999996</c:v>
                </c:pt>
                <c:pt idx="426">
                  <c:v>4.1499999999999995</c:v>
                </c:pt>
                <c:pt idx="427">
                  <c:v>3.5</c:v>
                </c:pt>
                <c:pt idx="428">
                  <c:v>3.9</c:v>
                </c:pt>
                <c:pt idx="429">
                  <c:v>4.3</c:v>
                </c:pt>
                <c:pt idx="430">
                  <c:v>4.0999999999999996</c:v>
                </c:pt>
                <c:pt idx="431">
                  <c:v>3.6</c:v>
                </c:pt>
                <c:pt idx="432">
                  <c:v>4.0999999999999996</c:v>
                </c:pt>
                <c:pt idx="433">
                  <c:v>3.9249999999999998</c:v>
                </c:pt>
                <c:pt idx="434">
                  <c:v>4.0999999999999996</c:v>
                </c:pt>
                <c:pt idx="435">
                  <c:v>3.9</c:v>
                </c:pt>
                <c:pt idx="436">
                  <c:v>4.2</c:v>
                </c:pt>
                <c:pt idx="437">
                  <c:v>3.4333333333333336</c:v>
                </c:pt>
                <c:pt idx="438">
                  <c:v>4.0999999999999996</c:v>
                </c:pt>
                <c:pt idx="439">
                  <c:v>4.0999999999999996</c:v>
                </c:pt>
                <c:pt idx="440">
                  <c:v>3.9</c:v>
                </c:pt>
                <c:pt idx="441">
                  <c:v>3.3</c:v>
                </c:pt>
                <c:pt idx="442">
                  <c:v>4.0999999999999996</c:v>
                </c:pt>
                <c:pt idx="443">
                  <c:v>3.9</c:v>
                </c:pt>
                <c:pt idx="444">
                  <c:v>3.4</c:v>
                </c:pt>
                <c:pt idx="445">
                  <c:v>3.6</c:v>
                </c:pt>
                <c:pt idx="446">
                  <c:v>3.7</c:v>
                </c:pt>
                <c:pt idx="447">
                  <c:v>3.9</c:v>
                </c:pt>
                <c:pt idx="448">
                  <c:v>2.6</c:v>
                </c:pt>
                <c:pt idx="449">
                  <c:v>4.3</c:v>
                </c:pt>
                <c:pt idx="450">
                  <c:v>4</c:v>
                </c:pt>
                <c:pt idx="451">
                  <c:v>3.6</c:v>
                </c:pt>
                <c:pt idx="452">
                  <c:v>4.5</c:v>
                </c:pt>
                <c:pt idx="453">
                  <c:v>3.8</c:v>
                </c:pt>
                <c:pt idx="454">
                  <c:v>4.0999999999999996</c:v>
                </c:pt>
                <c:pt idx="455">
                  <c:v>2.6</c:v>
                </c:pt>
                <c:pt idx="456">
                  <c:v>4.3</c:v>
                </c:pt>
                <c:pt idx="457">
                  <c:v>1</c:v>
                </c:pt>
                <c:pt idx="458">
                  <c:v>4.3</c:v>
                </c:pt>
                <c:pt idx="459">
                  <c:v>3.8</c:v>
                </c:pt>
                <c:pt idx="460">
                  <c:v>3.8</c:v>
                </c:pt>
                <c:pt idx="461">
                  <c:v>4.2</c:v>
                </c:pt>
                <c:pt idx="462">
                  <c:v>3.2</c:v>
                </c:pt>
                <c:pt idx="463">
                  <c:v>1</c:v>
                </c:pt>
                <c:pt idx="464">
                  <c:v>4</c:v>
                </c:pt>
                <c:pt idx="465">
                  <c:v>3.6444444444444448</c:v>
                </c:pt>
                <c:pt idx="466">
                  <c:v>3.35</c:v>
                </c:pt>
                <c:pt idx="467">
                  <c:v>3.2</c:v>
                </c:pt>
                <c:pt idx="468">
                  <c:v>2.3000000000000003</c:v>
                </c:pt>
                <c:pt idx="469">
                  <c:v>3.7</c:v>
                </c:pt>
                <c:pt idx="470">
                  <c:v>3.7</c:v>
                </c:pt>
                <c:pt idx="471">
                  <c:v>3.05</c:v>
                </c:pt>
                <c:pt idx="472">
                  <c:v>3.9</c:v>
                </c:pt>
                <c:pt idx="473">
                  <c:v>2.8</c:v>
                </c:pt>
                <c:pt idx="474">
                  <c:v>3.6</c:v>
                </c:pt>
                <c:pt idx="475">
                  <c:v>3.5</c:v>
                </c:pt>
                <c:pt idx="476">
                  <c:v>4.0999999999999996</c:v>
                </c:pt>
                <c:pt idx="477">
                  <c:v>4.4000000000000004</c:v>
                </c:pt>
                <c:pt idx="478">
                  <c:v>3.5</c:v>
                </c:pt>
                <c:pt idx="479">
                  <c:v>4</c:v>
                </c:pt>
                <c:pt idx="480">
                  <c:v>3.8</c:v>
                </c:pt>
                <c:pt idx="481">
                  <c:v>4.3</c:v>
                </c:pt>
                <c:pt idx="482">
                  <c:v>3.5</c:v>
                </c:pt>
                <c:pt idx="483">
                  <c:v>3.2</c:v>
                </c:pt>
                <c:pt idx="484">
                  <c:v>4</c:v>
                </c:pt>
                <c:pt idx="485">
                  <c:v>3.2</c:v>
                </c:pt>
                <c:pt idx="486">
                  <c:v>4.5</c:v>
                </c:pt>
                <c:pt idx="487">
                  <c:v>3.4749999999999992</c:v>
                </c:pt>
                <c:pt idx="488">
                  <c:v>3.6</c:v>
                </c:pt>
                <c:pt idx="489">
                  <c:v>1</c:v>
                </c:pt>
                <c:pt idx="490">
                  <c:v>4.3</c:v>
                </c:pt>
                <c:pt idx="491">
                  <c:v>4.7</c:v>
                </c:pt>
                <c:pt idx="492">
                  <c:v>4.3</c:v>
                </c:pt>
                <c:pt idx="493">
                  <c:v>3.8</c:v>
                </c:pt>
                <c:pt idx="494">
                  <c:v>4.3</c:v>
                </c:pt>
                <c:pt idx="495">
                  <c:v>3.5</c:v>
                </c:pt>
                <c:pt idx="496">
                  <c:v>4.4000000000000004</c:v>
                </c:pt>
                <c:pt idx="497">
                  <c:v>2.4093220338983037</c:v>
                </c:pt>
                <c:pt idx="498">
                  <c:v>3.625</c:v>
                </c:pt>
                <c:pt idx="499">
                  <c:v>3.9</c:v>
                </c:pt>
                <c:pt idx="500">
                  <c:v>3.7600000000000002</c:v>
                </c:pt>
                <c:pt idx="501">
                  <c:v>3.3</c:v>
                </c:pt>
                <c:pt idx="502">
                  <c:v>2.15</c:v>
                </c:pt>
                <c:pt idx="503">
                  <c:v>3.35</c:v>
                </c:pt>
                <c:pt idx="504">
                  <c:v>3</c:v>
                </c:pt>
                <c:pt idx="505">
                  <c:v>2.8</c:v>
                </c:pt>
                <c:pt idx="506">
                  <c:v>3.2</c:v>
                </c:pt>
                <c:pt idx="507">
                  <c:v>3.9</c:v>
                </c:pt>
                <c:pt idx="508">
                  <c:v>3</c:v>
                </c:pt>
                <c:pt idx="509">
                  <c:v>3.7000000000000006</c:v>
                </c:pt>
                <c:pt idx="510">
                  <c:v>3.1</c:v>
                </c:pt>
                <c:pt idx="511">
                  <c:v>2.8</c:v>
                </c:pt>
                <c:pt idx="512">
                  <c:v>3.0166666666666671</c:v>
                </c:pt>
                <c:pt idx="513">
                  <c:v>4.0999999999999996</c:v>
                </c:pt>
                <c:pt idx="514">
                  <c:v>3.7</c:v>
                </c:pt>
                <c:pt idx="515">
                  <c:v>3.4</c:v>
                </c:pt>
                <c:pt idx="516">
                  <c:v>3.2</c:v>
                </c:pt>
                <c:pt idx="517">
                  <c:v>4.75</c:v>
                </c:pt>
                <c:pt idx="518">
                  <c:v>2.3771186440677967</c:v>
                </c:pt>
                <c:pt idx="519">
                  <c:v>1.95</c:v>
                </c:pt>
                <c:pt idx="520">
                  <c:v>3.3</c:v>
                </c:pt>
                <c:pt idx="521">
                  <c:v>2.0166666666666671</c:v>
                </c:pt>
                <c:pt idx="522">
                  <c:v>3.4</c:v>
                </c:pt>
                <c:pt idx="523">
                  <c:v>2.4</c:v>
                </c:pt>
                <c:pt idx="524">
                  <c:v>1</c:v>
                </c:pt>
                <c:pt idx="525">
                  <c:v>2.8</c:v>
                </c:pt>
                <c:pt idx="526">
                  <c:v>1</c:v>
                </c:pt>
                <c:pt idx="527">
                  <c:v>1</c:v>
                </c:pt>
                <c:pt idx="528">
                  <c:v>3.1</c:v>
                </c:pt>
                <c:pt idx="529">
                  <c:v>3.9000000000000004</c:v>
                </c:pt>
                <c:pt idx="530">
                  <c:v>3.0666666666666664</c:v>
                </c:pt>
                <c:pt idx="531">
                  <c:v>3.65</c:v>
                </c:pt>
                <c:pt idx="532">
                  <c:v>4.2</c:v>
                </c:pt>
                <c:pt idx="533">
                  <c:v>3.4</c:v>
                </c:pt>
                <c:pt idx="534">
                  <c:v>3.5</c:v>
                </c:pt>
                <c:pt idx="535">
                  <c:v>4</c:v>
                </c:pt>
                <c:pt idx="536">
                  <c:v>4.5</c:v>
                </c:pt>
                <c:pt idx="537">
                  <c:v>3.5000000000000004</c:v>
                </c:pt>
                <c:pt idx="538">
                  <c:v>3.5</c:v>
                </c:pt>
                <c:pt idx="539">
                  <c:v>3.6</c:v>
                </c:pt>
                <c:pt idx="540">
                  <c:v>1</c:v>
                </c:pt>
                <c:pt idx="541">
                  <c:v>3.7</c:v>
                </c:pt>
                <c:pt idx="542">
                  <c:v>3</c:v>
                </c:pt>
                <c:pt idx="543">
                  <c:v>3</c:v>
                </c:pt>
                <c:pt idx="544">
                  <c:v>1</c:v>
                </c:pt>
                <c:pt idx="545">
                  <c:v>3.3000000000000003</c:v>
                </c:pt>
                <c:pt idx="546">
                  <c:v>2.3636363636363638</c:v>
                </c:pt>
                <c:pt idx="547">
                  <c:v>3.7</c:v>
                </c:pt>
                <c:pt idx="548">
                  <c:v>1</c:v>
                </c:pt>
                <c:pt idx="549">
                  <c:v>2.2847619047619041</c:v>
                </c:pt>
                <c:pt idx="550">
                  <c:v>3.7</c:v>
                </c:pt>
                <c:pt idx="551">
                  <c:v>3.6</c:v>
                </c:pt>
                <c:pt idx="552">
                  <c:v>3.4</c:v>
                </c:pt>
                <c:pt idx="553">
                  <c:v>2.7</c:v>
                </c:pt>
                <c:pt idx="554">
                  <c:v>2.5166666666666671</c:v>
                </c:pt>
                <c:pt idx="555">
                  <c:v>4.0333333333333332</c:v>
                </c:pt>
                <c:pt idx="556">
                  <c:v>1</c:v>
                </c:pt>
                <c:pt idx="557">
                  <c:v>2.7250000000000001</c:v>
                </c:pt>
                <c:pt idx="558">
                  <c:v>3.2</c:v>
                </c:pt>
                <c:pt idx="559">
                  <c:v>3.2</c:v>
                </c:pt>
                <c:pt idx="560">
                  <c:v>3.6</c:v>
                </c:pt>
                <c:pt idx="561">
                  <c:v>3.8</c:v>
                </c:pt>
                <c:pt idx="562">
                  <c:v>3</c:v>
                </c:pt>
                <c:pt idx="563">
                  <c:v>2.6</c:v>
                </c:pt>
                <c:pt idx="564">
                  <c:v>2.6875</c:v>
                </c:pt>
                <c:pt idx="565">
                  <c:v>3.2666666666666671</c:v>
                </c:pt>
                <c:pt idx="566">
                  <c:v>1</c:v>
                </c:pt>
                <c:pt idx="567">
                  <c:v>2.8</c:v>
                </c:pt>
                <c:pt idx="568">
                  <c:v>1.7</c:v>
                </c:pt>
                <c:pt idx="569">
                  <c:v>2</c:v>
                </c:pt>
                <c:pt idx="570">
                  <c:v>3.1</c:v>
                </c:pt>
                <c:pt idx="571">
                  <c:v>2.2999999999999998</c:v>
                </c:pt>
                <c:pt idx="572">
                  <c:v>3.35</c:v>
                </c:pt>
                <c:pt idx="573">
                  <c:v>3.5</c:v>
                </c:pt>
                <c:pt idx="574">
                  <c:v>4.5999999999999996</c:v>
                </c:pt>
                <c:pt idx="575">
                  <c:v>3.4</c:v>
                </c:pt>
                <c:pt idx="576">
                  <c:v>4.05</c:v>
                </c:pt>
                <c:pt idx="577">
                  <c:v>3.9</c:v>
                </c:pt>
                <c:pt idx="578">
                  <c:v>2.8333333333333335</c:v>
                </c:pt>
                <c:pt idx="579">
                  <c:v>4.2</c:v>
                </c:pt>
                <c:pt idx="580">
                  <c:v>3.5</c:v>
                </c:pt>
                <c:pt idx="581">
                  <c:v>3.6</c:v>
                </c:pt>
                <c:pt idx="582">
                  <c:v>2.0545454545454542</c:v>
                </c:pt>
                <c:pt idx="583">
                  <c:v>1.9749999999999999</c:v>
                </c:pt>
                <c:pt idx="584">
                  <c:v>2.4</c:v>
                </c:pt>
                <c:pt idx="585">
                  <c:v>4.5999999999999996</c:v>
                </c:pt>
                <c:pt idx="586">
                  <c:v>1.9</c:v>
                </c:pt>
                <c:pt idx="587">
                  <c:v>4.2</c:v>
                </c:pt>
                <c:pt idx="588">
                  <c:v>3.3686274509803913</c:v>
                </c:pt>
                <c:pt idx="589">
                  <c:v>3.5499999999999994</c:v>
                </c:pt>
                <c:pt idx="590">
                  <c:v>3.9</c:v>
                </c:pt>
                <c:pt idx="591">
                  <c:v>4</c:v>
                </c:pt>
                <c:pt idx="592">
                  <c:v>4.4000000000000004</c:v>
                </c:pt>
                <c:pt idx="593">
                  <c:v>3.9</c:v>
                </c:pt>
                <c:pt idx="594">
                  <c:v>3.75</c:v>
                </c:pt>
                <c:pt idx="595">
                  <c:v>3.05</c:v>
                </c:pt>
                <c:pt idx="596">
                  <c:v>4.1000000000000005</c:v>
                </c:pt>
                <c:pt idx="597">
                  <c:v>4.4000000000000004</c:v>
                </c:pt>
                <c:pt idx="598">
                  <c:v>3.3499999999999996</c:v>
                </c:pt>
                <c:pt idx="599">
                  <c:v>3.3</c:v>
                </c:pt>
                <c:pt idx="600">
                  <c:v>3.8</c:v>
                </c:pt>
                <c:pt idx="601">
                  <c:v>3.7</c:v>
                </c:pt>
                <c:pt idx="602">
                  <c:v>3.8</c:v>
                </c:pt>
                <c:pt idx="603">
                  <c:v>3.7</c:v>
                </c:pt>
                <c:pt idx="604">
                  <c:v>3.4</c:v>
                </c:pt>
                <c:pt idx="605">
                  <c:v>3.8</c:v>
                </c:pt>
                <c:pt idx="606">
                  <c:v>3</c:v>
                </c:pt>
                <c:pt idx="607">
                  <c:v>3.95</c:v>
                </c:pt>
                <c:pt idx="608">
                  <c:v>4.2</c:v>
                </c:pt>
                <c:pt idx="609">
                  <c:v>3.9</c:v>
                </c:pt>
                <c:pt idx="610">
                  <c:v>3.2</c:v>
                </c:pt>
                <c:pt idx="611">
                  <c:v>3.3</c:v>
                </c:pt>
                <c:pt idx="612">
                  <c:v>3.6</c:v>
                </c:pt>
                <c:pt idx="613">
                  <c:v>3.9</c:v>
                </c:pt>
                <c:pt idx="614">
                  <c:v>4.3</c:v>
                </c:pt>
                <c:pt idx="615">
                  <c:v>3.7</c:v>
                </c:pt>
                <c:pt idx="616">
                  <c:v>4.3</c:v>
                </c:pt>
                <c:pt idx="617">
                  <c:v>2.4</c:v>
                </c:pt>
                <c:pt idx="618">
                  <c:v>3.5999999999999996</c:v>
                </c:pt>
                <c:pt idx="619">
                  <c:v>3.6</c:v>
                </c:pt>
                <c:pt idx="620">
                  <c:v>3.6</c:v>
                </c:pt>
                <c:pt idx="621">
                  <c:v>4.5</c:v>
                </c:pt>
                <c:pt idx="622">
                  <c:v>4</c:v>
                </c:pt>
                <c:pt idx="623">
                  <c:v>4.8</c:v>
                </c:pt>
                <c:pt idx="624">
                  <c:v>3.4</c:v>
                </c:pt>
                <c:pt idx="625">
                  <c:v>3.6142857142857152</c:v>
                </c:pt>
                <c:pt idx="626">
                  <c:v>3.9200000000000004</c:v>
                </c:pt>
                <c:pt idx="627">
                  <c:v>4.1499999999999995</c:v>
                </c:pt>
                <c:pt idx="628">
                  <c:v>4.0999999999999996</c:v>
                </c:pt>
                <c:pt idx="629">
                  <c:v>3.9</c:v>
                </c:pt>
                <c:pt idx="630">
                  <c:v>3.7666666666666671</c:v>
                </c:pt>
                <c:pt idx="631">
                  <c:v>3.9</c:v>
                </c:pt>
                <c:pt idx="632">
                  <c:v>3.8</c:v>
                </c:pt>
                <c:pt idx="633">
                  <c:v>3.6</c:v>
                </c:pt>
                <c:pt idx="634">
                  <c:v>4.7</c:v>
                </c:pt>
                <c:pt idx="635">
                  <c:v>4</c:v>
                </c:pt>
                <c:pt idx="636">
                  <c:v>3.6</c:v>
                </c:pt>
                <c:pt idx="637">
                  <c:v>3.6500000000000004</c:v>
                </c:pt>
                <c:pt idx="638">
                  <c:v>4.2</c:v>
                </c:pt>
                <c:pt idx="639">
                  <c:v>3.5</c:v>
                </c:pt>
                <c:pt idx="640">
                  <c:v>4.2</c:v>
                </c:pt>
                <c:pt idx="641">
                  <c:v>3.8</c:v>
                </c:pt>
                <c:pt idx="642">
                  <c:v>3.4</c:v>
                </c:pt>
                <c:pt idx="643">
                  <c:v>3.5</c:v>
                </c:pt>
                <c:pt idx="644">
                  <c:v>4.2</c:v>
                </c:pt>
                <c:pt idx="645">
                  <c:v>3.5</c:v>
                </c:pt>
                <c:pt idx="646">
                  <c:v>3.9</c:v>
                </c:pt>
                <c:pt idx="647">
                  <c:v>3.7</c:v>
                </c:pt>
                <c:pt idx="648">
                  <c:v>4.3</c:v>
                </c:pt>
                <c:pt idx="649">
                  <c:v>4.4000000000000004</c:v>
                </c:pt>
                <c:pt idx="650">
                  <c:v>3.4</c:v>
                </c:pt>
                <c:pt idx="651">
                  <c:v>4.5</c:v>
                </c:pt>
                <c:pt idx="652">
                  <c:v>3.65</c:v>
                </c:pt>
                <c:pt idx="653">
                  <c:v>3.6</c:v>
                </c:pt>
                <c:pt idx="654">
                  <c:v>1</c:v>
                </c:pt>
                <c:pt idx="655">
                  <c:v>4.2</c:v>
                </c:pt>
                <c:pt idx="656">
                  <c:v>3.4</c:v>
                </c:pt>
                <c:pt idx="657">
                  <c:v>4.3</c:v>
                </c:pt>
                <c:pt idx="658">
                  <c:v>3</c:v>
                </c:pt>
                <c:pt idx="659">
                  <c:v>3.8</c:v>
                </c:pt>
                <c:pt idx="660">
                  <c:v>3.1857142857142855</c:v>
                </c:pt>
                <c:pt idx="661">
                  <c:v>3.2</c:v>
                </c:pt>
                <c:pt idx="662">
                  <c:v>1</c:v>
                </c:pt>
                <c:pt idx="663">
                  <c:v>3.1</c:v>
                </c:pt>
                <c:pt idx="664">
                  <c:v>4.0999999999999996</c:v>
                </c:pt>
                <c:pt idx="665">
                  <c:v>3.8</c:v>
                </c:pt>
                <c:pt idx="666">
                  <c:v>3.4</c:v>
                </c:pt>
                <c:pt idx="667">
                  <c:v>3.8499999999999996</c:v>
                </c:pt>
                <c:pt idx="668">
                  <c:v>3.9000000000000004</c:v>
                </c:pt>
                <c:pt idx="669">
                  <c:v>4.0999999999999996</c:v>
                </c:pt>
                <c:pt idx="670">
                  <c:v>2.6</c:v>
                </c:pt>
                <c:pt idx="671">
                  <c:v>4</c:v>
                </c:pt>
                <c:pt idx="672">
                  <c:v>3.2666666666666671</c:v>
                </c:pt>
                <c:pt idx="673">
                  <c:v>3.8</c:v>
                </c:pt>
                <c:pt idx="674">
                  <c:v>4</c:v>
                </c:pt>
                <c:pt idx="675">
                  <c:v>3.8</c:v>
                </c:pt>
                <c:pt idx="676">
                  <c:v>2.6</c:v>
                </c:pt>
                <c:pt idx="677">
                  <c:v>3.6</c:v>
                </c:pt>
                <c:pt idx="678">
                  <c:v>3.9</c:v>
                </c:pt>
                <c:pt idx="679">
                  <c:v>3.4</c:v>
                </c:pt>
                <c:pt idx="680">
                  <c:v>3.8</c:v>
                </c:pt>
                <c:pt idx="681">
                  <c:v>4.5</c:v>
                </c:pt>
                <c:pt idx="682">
                  <c:v>3.75</c:v>
                </c:pt>
                <c:pt idx="683">
                  <c:v>4.9000000000000004</c:v>
                </c:pt>
                <c:pt idx="684">
                  <c:v>3.5384615384615379</c:v>
                </c:pt>
                <c:pt idx="685">
                  <c:v>4.0999999999999996</c:v>
                </c:pt>
                <c:pt idx="686">
                  <c:v>3.3</c:v>
                </c:pt>
                <c:pt idx="687">
                  <c:v>4.7</c:v>
                </c:pt>
                <c:pt idx="688">
                  <c:v>4.0999999999999996</c:v>
                </c:pt>
                <c:pt idx="689">
                  <c:v>1</c:v>
                </c:pt>
                <c:pt idx="690">
                  <c:v>3.8</c:v>
                </c:pt>
                <c:pt idx="691">
                  <c:v>4.0999999999999996</c:v>
                </c:pt>
                <c:pt idx="692">
                  <c:v>3.4</c:v>
                </c:pt>
                <c:pt idx="693">
                  <c:v>3.6166666666666671</c:v>
                </c:pt>
                <c:pt idx="694">
                  <c:v>3.5</c:v>
                </c:pt>
                <c:pt idx="695">
                  <c:v>4</c:v>
                </c:pt>
                <c:pt idx="696">
                  <c:v>3.8</c:v>
                </c:pt>
                <c:pt idx="697">
                  <c:v>2.8</c:v>
                </c:pt>
                <c:pt idx="698">
                  <c:v>4</c:v>
                </c:pt>
                <c:pt idx="699">
                  <c:v>4.4000000000000004</c:v>
                </c:pt>
                <c:pt idx="700">
                  <c:v>4.5999999999999996</c:v>
                </c:pt>
                <c:pt idx="701">
                  <c:v>4</c:v>
                </c:pt>
                <c:pt idx="702">
                  <c:v>4.2</c:v>
                </c:pt>
                <c:pt idx="703">
                  <c:v>3.6</c:v>
                </c:pt>
                <c:pt idx="704">
                  <c:v>4.5</c:v>
                </c:pt>
                <c:pt idx="705">
                  <c:v>1</c:v>
                </c:pt>
                <c:pt idx="706">
                  <c:v>4</c:v>
                </c:pt>
                <c:pt idx="707">
                  <c:v>4.5999999999999996</c:v>
                </c:pt>
                <c:pt idx="708">
                  <c:v>3.9</c:v>
                </c:pt>
                <c:pt idx="709">
                  <c:v>3.7</c:v>
                </c:pt>
                <c:pt idx="710">
                  <c:v>4</c:v>
                </c:pt>
                <c:pt idx="711">
                  <c:v>4.0999999999999996</c:v>
                </c:pt>
                <c:pt idx="712">
                  <c:v>3.5</c:v>
                </c:pt>
                <c:pt idx="713">
                  <c:v>3.1</c:v>
                </c:pt>
                <c:pt idx="714">
                  <c:v>3.6</c:v>
                </c:pt>
                <c:pt idx="715">
                  <c:v>3</c:v>
                </c:pt>
                <c:pt idx="716">
                  <c:v>3.7</c:v>
                </c:pt>
                <c:pt idx="717">
                  <c:v>4.8</c:v>
                </c:pt>
                <c:pt idx="718">
                  <c:v>4</c:v>
                </c:pt>
                <c:pt idx="719">
                  <c:v>3.4999999999999996</c:v>
                </c:pt>
                <c:pt idx="720">
                  <c:v>4.3</c:v>
                </c:pt>
                <c:pt idx="721">
                  <c:v>3.54</c:v>
                </c:pt>
                <c:pt idx="722">
                  <c:v>3.5400000000000005</c:v>
                </c:pt>
                <c:pt idx="723">
                  <c:v>4.3</c:v>
                </c:pt>
                <c:pt idx="724">
                  <c:v>4.0999999999999996</c:v>
                </c:pt>
                <c:pt idx="725">
                  <c:v>3.5</c:v>
                </c:pt>
                <c:pt idx="726">
                  <c:v>3.9</c:v>
                </c:pt>
                <c:pt idx="727">
                  <c:v>4.2</c:v>
                </c:pt>
                <c:pt idx="728">
                  <c:v>3.6</c:v>
                </c:pt>
                <c:pt idx="729">
                  <c:v>4.0999999999999996</c:v>
                </c:pt>
                <c:pt idx="730">
                  <c:v>3.8000000000000003</c:v>
                </c:pt>
                <c:pt idx="731">
                  <c:v>3.7</c:v>
                </c:pt>
                <c:pt idx="732">
                  <c:v>4</c:v>
                </c:pt>
                <c:pt idx="733">
                  <c:v>4.2</c:v>
                </c:pt>
                <c:pt idx="734">
                  <c:v>1</c:v>
                </c:pt>
                <c:pt idx="735">
                  <c:v>3.4</c:v>
                </c:pt>
                <c:pt idx="736">
                  <c:v>3.6666666666666661</c:v>
                </c:pt>
                <c:pt idx="737">
                  <c:v>3.85</c:v>
                </c:pt>
                <c:pt idx="738">
                  <c:v>4.2</c:v>
                </c:pt>
                <c:pt idx="739">
                  <c:v>3.5</c:v>
                </c:pt>
                <c:pt idx="740">
                  <c:v>3.2</c:v>
                </c:pt>
                <c:pt idx="741">
                  <c:v>4.3</c:v>
                </c:pt>
                <c:pt idx="742">
                  <c:v>3.2</c:v>
                </c:pt>
                <c:pt idx="743">
                  <c:v>4.0999999999999996</c:v>
                </c:pt>
                <c:pt idx="744">
                  <c:v>2.4</c:v>
                </c:pt>
                <c:pt idx="745">
                  <c:v>3.9</c:v>
                </c:pt>
                <c:pt idx="746">
                  <c:v>4.3</c:v>
                </c:pt>
                <c:pt idx="747">
                  <c:v>4</c:v>
                </c:pt>
                <c:pt idx="748">
                  <c:v>3.6</c:v>
                </c:pt>
                <c:pt idx="749">
                  <c:v>4.2</c:v>
                </c:pt>
                <c:pt idx="750">
                  <c:v>3.3</c:v>
                </c:pt>
                <c:pt idx="751">
                  <c:v>3.6</c:v>
                </c:pt>
                <c:pt idx="752">
                  <c:v>4.5</c:v>
                </c:pt>
                <c:pt idx="753">
                  <c:v>3.8</c:v>
                </c:pt>
                <c:pt idx="754">
                  <c:v>3.8</c:v>
                </c:pt>
                <c:pt idx="755">
                  <c:v>3.2</c:v>
                </c:pt>
                <c:pt idx="756">
                  <c:v>4.4000000000000004</c:v>
                </c:pt>
                <c:pt idx="757">
                  <c:v>1</c:v>
                </c:pt>
                <c:pt idx="758">
                  <c:v>2.9603773584905655</c:v>
                </c:pt>
                <c:pt idx="759">
                  <c:v>4</c:v>
                </c:pt>
                <c:pt idx="760">
                  <c:v>3.3636363636363642</c:v>
                </c:pt>
                <c:pt idx="761">
                  <c:v>3.3333333333333335</c:v>
                </c:pt>
                <c:pt idx="762">
                  <c:v>3.6</c:v>
                </c:pt>
                <c:pt idx="763">
                  <c:v>4.5999999999999996</c:v>
                </c:pt>
                <c:pt idx="764">
                  <c:v>4.7</c:v>
                </c:pt>
                <c:pt idx="765">
                  <c:v>3.0785714285714287</c:v>
                </c:pt>
                <c:pt idx="766">
                  <c:v>3.7</c:v>
                </c:pt>
                <c:pt idx="767">
                  <c:v>4.7</c:v>
                </c:pt>
                <c:pt idx="768">
                  <c:v>4.2666666666666666</c:v>
                </c:pt>
                <c:pt idx="769">
                  <c:v>4.7</c:v>
                </c:pt>
                <c:pt idx="770">
                  <c:v>3.3833333333333329</c:v>
                </c:pt>
                <c:pt idx="771">
                  <c:v>3.2</c:v>
                </c:pt>
                <c:pt idx="772">
                  <c:v>4</c:v>
                </c:pt>
                <c:pt idx="773">
                  <c:v>4.3</c:v>
                </c:pt>
                <c:pt idx="774">
                  <c:v>3.3730769230769226</c:v>
                </c:pt>
                <c:pt idx="775">
                  <c:v>1.6666666666666667</c:v>
                </c:pt>
                <c:pt idx="776">
                  <c:v>3.5</c:v>
                </c:pt>
                <c:pt idx="777">
                  <c:v>1</c:v>
                </c:pt>
                <c:pt idx="778">
                  <c:v>4.0999999999999996</c:v>
                </c:pt>
                <c:pt idx="779">
                  <c:v>4.0999999999999996</c:v>
                </c:pt>
                <c:pt idx="780">
                  <c:v>3.9</c:v>
                </c:pt>
                <c:pt idx="781">
                  <c:v>2.9</c:v>
                </c:pt>
                <c:pt idx="782">
                  <c:v>1</c:v>
                </c:pt>
                <c:pt idx="783">
                  <c:v>3.9</c:v>
                </c:pt>
                <c:pt idx="784">
                  <c:v>3.5</c:v>
                </c:pt>
                <c:pt idx="785">
                  <c:v>4.0500000000000007</c:v>
                </c:pt>
                <c:pt idx="786">
                  <c:v>4.5999999999999996</c:v>
                </c:pt>
                <c:pt idx="787">
                  <c:v>3.9</c:v>
                </c:pt>
                <c:pt idx="788">
                  <c:v>2.4714285714285715</c:v>
                </c:pt>
                <c:pt idx="789">
                  <c:v>3.7</c:v>
                </c:pt>
                <c:pt idx="790">
                  <c:v>2.25</c:v>
                </c:pt>
                <c:pt idx="791">
                  <c:v>3.4571428571428569</c:v>
                </c:pt>
                <c:pt idx="792">
                  <c:v>4.0999999999999996</c:v>
                </c:pt>
                <c:pt idx="793">
                  <c:v>2.35</c:v>
                </c:pt>
                <c:pt idx="794">
                  <c:v>3.9</c:v>
                </c:pt>
                <c:pt idx="795">
                  <c:v>4.3</c:v>
                </c:pt>
                <c:pt idx="796">
                  <c:v>4.9000000000000004</c:v>
                </c:pt>
                <c:pt idx="797">
                  <c:v>4.0999999999999996</c:v>
                </c:pt>
                <c:pt idx="798">
                  <c:v>4.0999999999999996</c:v>
                </c:pt>
                <c:pt idx="799">
                  <c:v>4.2</c:v>
                </c:pt>
                <c:pt idx="800">
                  <c:v>4.3</c:v>
                </c:pt>
                <c:pt idx="801">
                  <c:v>3.8</c:v>
                </c:pt>
                <c:pt idx="802">
                  <c:v>4.05</c:v>
                </c:pt>
                <c:pt idx="803">
                  <c:v>4.9000000000000004</c:v>
                </c:pt>
                <c:pt idx="804">
                  <c:v>3.66</c:v>
                </c:pt>
                <c:pt idx="805">
                  <c:v>3.55</c:v>
                </c:pt>
                <c:pt idx="806">
                  <c:v>4.2</c:v>
                </c:pt>
                <c:pt idx="807">
                  <c:v>4.2</c:v>
                </c:pt>
                <c:pt idx="808">
                  <c:v>4.9000000000000004</c:v>
                </c:pt>
                <c:pt idx="809">
                  <c:v>4.4000000000000004</c:v>
                </c:pt>
                <c:pt idx="810">
                  <c:v>3.7499999999999996</c:v>
                </c:pt>
                <c:pt idx="811">
                  <c:v>4.0999999999999996</c:v>
                </c:pt>
                <c:pt idx="812">
                  <c:v>4.2</c:v>
                </c:pt>
                <c:pt idx="813">
                  <c:v>4.2</c:v>
                </c:pt>
                <c:pt idx="814">
                  <c:v>4.0999999999999996</c:v>
                </c:pt>
                <c:pt idx="815">
                  <c:v>3.2</c:v>
                </c:pt>
                <c:pt idx="816">
                  <c:v>4.2</c:v>
                </c:pt>
                <c:pt idx="817">
                  <c:v>4.2</c:v>
                </c:pt>
                <c:pt idx="818">
                  <c:v>4.8</c:v>
                </c:pt>
                <c:pt idx="819">
                  <c:v>3.55</c:v>
                </c:pt>
                <c:pt idx="820">
                  <c:v>2.2000000000000002</c:v>
                </c:pt>
                <c:pt idx="821">
                  <c:v>3.7</c:v>
                </c:pt>
                <c:pt idx="822">
                  <c:v>4.5</c:v>
                </c:pt>
                <c:pt idx="823">
                  <c:v>4.0999999999999996</c:v>
                </c:pt>
                <c:pt idx="824">
                  <c:v>4.5999999999999996</c:v>
                </c:pt>
                <c:pt idx="825">
                  <c:v>4.5</c:v>
                </c:pt>
                <c:pt idx="826">
                  <c:v>4.3</c:v>
                </c:pt>
                <c:pt idx="827">
                  <c:v>3</c:v>
                </c:pt>
                <c:pt idx="828">
                  <c:v>2.474293785310735</c:v>
                </c:pt>
                <c:pt idx="829">
                  <c:v>3.75</c:v>
                </c:pt>
                <c:pt idx="830">
                  <c:v>4</c:v>
                </c:pt>
                <c:pt idx="831">
                  <c:v>3.6500000000000004</c:v>
                </c:pt>
                <c:pt idx="832">
                  <c:v>3.4</c:v>
                </c:pt>
                <c:pt idx="833">
                  <c:v>2.7888888888888892</c:v>
                </c:pt>
                <c:pt idx="834">
                  <c:v>2.6227272727272726</c:v>
                </c:pt>
                <c:pt idx="835">
                  <c:v>2.6</c:v>
                </c:pt>
                <c:pt idx="836">
                  <c:v>4</c:v>
                </c:pt>
                <c:pt idx="837">
                  <c:v>3.4035714285714285</c:v>
                </c:pt>
                <c:pt idx="838">
                  <c:v>3.2</c:v>
                </c:pt>
                <c:pt idx="839">
                  <c:v>3.9</c:v>
                </c:pt>
                <c:pt idx="840">
                  <c:v>3.2</c:v>
                </c:pt>
                <c:pt idx="841">
                  <c:v>2.4536585365853658</c:v>
                </c:pt>
                <c:pt idx="842">
                  <c:v>3.2999999999999994</c:v>
                </c:pt>
                <c:pt idx="843">
                  <c:v>3.3</c:v>
                </c:pt>
                <c:pt idx="844">
                  <c:v>1</c:v>
                </c:pt>
                <c:pt idx="845">
                  <c:v>3.1</c:v>
                </c:pt>
                <c:pt idx="846">
                  <c:v>2.9</c:v>
                </c:pt>
                <c:pt idx="847">
                  <c:v>3.4</c:v>
                </c:pt>
                <c:pt idx="848">
                  <c:v>3.2</c:v>
                </c:pt>
                <c:pt idx="849">
                  <c:v>2.6</c:v>
                </c:pt>
                <c:pt idx="850">
                  <c:v>1</c:v>
                </c:pt>
                <c:pt idx="851">
                  <c:v>2.6</c:v>
                </c:pt>
                <c:pt idx="852">
                  <c:v>3</c:v>
                </c:pt>
                <c:pt idx="853">
                  <c:v>3.7</c:v>
                </c:pt>
                <c:pt idx="854">
                  <c:v>2.6857142857142859</c:v>
                </c:pt>
                <c:pt idx="855">
                  <c:v>3.5</c:v>
                </c:pt>
                <c:pt idx="856">
                  <c:v>4</c:v>
                </c:pt>
                <c:pt idx="857">
                  <c:v>3.3</c:v>
                </c:pt>
                <c:pt idx="858">
                  <c:v>3.3</c:v>
                </c:pt>
                <c:pt idx="859">
                  <c:v>3.5249999999999999</c:v>
                </c:pt>
                <c:pt idx="860">
                  <c:v>2.7</c:v>
                </c:pt>
                <c:pt idx="861">
                  <c:v>3.6</c:v>
                </c:pt>
                <c:pt idx="862">
                  <c:v>3.3</c:v>
                </c:pt>
                <c:pt idx="863">
                  <c:v>1</c:v>
                </c:pt>
                <c:pt idx="864">
                  <c:v>1</c:v>
                </c:pt>
                <c:pt idx="865">
                  <c:v>2.6347826086956525</c:v>
                </c:pt>
                <c:pt idx="866">
                  <c:v>3.1</c:v>
                </c:pt>
                <c:pt idx="867">
                  <c:v>2.4</c:v>
                </c:pt>
                <c:pt idx="868">
                  <c:v>2.9363636363636361</c:v>
                </c:pt>
                <c:pt idx="869">
                  <c:v>2.8</c:v>
                </c:pt>
                <c:pt idx="870">
                  <c:v>2.5</c:v>
                </c:pt>
                <c:pt idx="871">
                  <c:v>2.7</c:v>
                </c:pt>
                <c:pt idx="872">
                  <c:v>2.75</c:v>
                </c:pt>
                <c:pt idx="873">
                  <c:v>4</c:v>
                </c:pt>
                <c:pt idx="874">
                  <c:v>1.4000000000000001</c:v>
                </c:pt>
                <c:pt idx="875">
                  <c:v>2.7</c:v>
                </c:pt>
                <c:pt idx="876">
                  <c:v>3.2</c:v>
                </c:pt>
                <c:pt idx="877">
                  <c:v>3.3</c:v>
                </c:pt>
                <c:pt idx="878">
                  <c:v>2.3000000000000003</c:v>
                </c:pt>
                <c:pt idx="879">
                  <c:v>3.6</c:v>
                </c:pt>
                <c:pt idx="880">
                  <c:v>1</c:v>
                </c:pt>
                <c:pt idx="881">
                  <c:v>3.7</c:v>
                </c:pt>
                <c:pt idx="882">
                  <c:v>2.6</c:v>
                </c:pt>
                <c:pt idx="883">
                  <c:v>3.2</c:v>
                </c:pt>
                <c:pt idx="884">
                  <c:v>2.9</c:v>
                </c:pt>
                <c:pt idx="885">
                  <c:v>1</c:v>
                </c:pt>
                <c:pt idx="886">
                  <c:v>2.6</c:v>
                </c:pt>
                <c:pt idx="887">
                  <c:v>2.15</c:v>
                </c:pt>
                <c:pt idx="888">
                  <c:v>2.9</c:v>
                </c:pt>
                <c:pt idx="889">
                  <c:v>4.4000000000000004</c:v>
                </c:pt>
                <c:pt idx="890">
                  <c:v>2.8</c:v>
                </c:pt>
                <c:pt idx="891">
                  <c:v>3.8000000000000003</c:v>
                </c:pt>
                <c:pt idx="892">
                  <c:v>4.5</c:v>
                </c:pt>
                <c:pt idx="893">
                  <c:v>4.5</c:v>
                </c:pt>
                <c:pt idx="894">
                  <c:v>4.8499999999999996</c:v>
                </c:pt>
                <c:pt idx="895">
                  <c:v>2.9979591836734691</c:v>
                </c:pt>
                <c:pt idx="896">
                  <c:v>4.5999999999999996</c:v>
                </c:pt>
                <c:pt idx="897">
                  <c:v>3.7</c:v>
                </c:pt>
                <c:pt idx="898">
                  <c:v>3.6</c:v>
                </c:pt>
                <c:pt idx="899">
                  <c:v>3.8</c:v>
                </c:pt>
                <c:pt idx="900">
                  <c:v>3.1</c:v>
                </c:pt>
                <c:pt idx="901">
                  <c:v>3.7</c:v>
                </c:pt>
                <c:pt idx="902">
                  <c:v>3.2</c:v>
                </c:pt>
                <c:pt idx="903">
                  <c:v>3.5</c:v>
                </c:pt>
                <c:pt idx="904">
                  <c:v>3.5</c:v>
                </c:pt>
                <c:pt idx="905">
                  <c:v>3.7</c:v>
                </c:pt>
                <c:pt idx="906">
                  <c:v>4.0999999999999996</c:v>
                </c:pt>
                <c:pt idx="907">
                  <c:v>4.0999999999999996</c:v>
                </c:pt>
                <c:pt idx="908">
                  <c:v>3.7</c:v>
                </c:pt>
                <c:pt idx="909">
                  <c:v>2.4</c:v>
                </c:pt>
                <c:pt idx="910">
                  <c:v>3</c:v>
                </c:pt>
                <c:pt idx="911">
                  <c:v>3.7</c:v>
                </c:pt>
                <c:pt idx="912">
                  <c:v>4</c:v>
                </c:pt>
                <c:pt idx="913">
                  <c:v>3.44</c:v>
                </c:pt>
                <c:pt idx="914">
                  <c:v>4.5</c:v>
                </c:pt>
                <c:pt idx="915">
                  <c:v>4.0999999999999996</c:v>
                </c:pt>
                <c:pt idx="916">
                  <c:v>4.1857142857142851</c:v>
                </c:pt>
                <c:pt idx="917">
                  <c:v>4.5999999999999996</c:v>
                </c:pt>
                <c:pt idx="918">
                  <c:v>3.5</c:v>
                </c:pt>
                <c:pt idx="919">
                  <c:v>3.8</c:v>
                </c:pt>
                <c:pt idx="920">
                  <c:v>4.8</c:v>
                </c:pt>
                <c:pt idx="921">
                  <c:v>4.4000000000000004</c:v>
                </c:pt>
                <c:pt idx="922">
                  <c:v>3.8</c:v>
                </c:pt>
                <c:pt idx="923">
                  <c:v>4.3</c:v>
                </c:pt>
                <c:pt idx="924">
                  <c:v>4.166666666666667</c:v>
                </c:pt>
                <c:pt idx="925">
                  <c:v>3.9</c:v>
                </c:pt>
                <c:pt idx="926">
                  <c:v>3.25</c:v>
                </c:pt>
                <c:pt idx="927">
                  <c:v>3.8</c:v>
                </c:pt>
                <c:pt idx="928">
                  <c:v>4.3</c:v>
                </c:pt>
                <c:pt idx="929">
                  <c:v>3.5</c:v>
                </c:pt>
                <c:pt idx="930">
                  <c:v>3.8</c:v>
                </c:pt>
                <c:pt idx="931">
                  <c:v>3.7</c:v>
                </c:pt>
                <c:pt idx="932">
                  <c:v>4.2</c:v>
                </c:pt>
                <c:pt idx="933">
                  <c:v>4.4000000000000004</c:v>
                </c:pt>
                <c:pt idx="934">
                  <c:v>4.5</c:v>
                </c:pt>
                <c:pt idx="935">
                  <c:v>4.3</c:v>
                </c:pt>
                <c:pt idx="936">
                  <c:v>4.7</c:v>
                </c:pt>
                <c:pt idx="937">
                  <c:v>3.8</c:v>
                </c:pt>
                <c:pt idx="938">
                  <c:v>4.2</c:v>
                </c:pt>
                <c:pt idx="939">
                  <c:v>3.6</c:v>
                </c:pt>
                <c:pt idx="940">
                  <c:v>1</c:v>
                </c:pt>
                <c:pt idx="941">
                  <c:v>4.2</c:v>
                </c:pt>
                <c:pt idx="942">
                  <c:v>4.0999999999999996</c:v>
                </c:pt>
                <c:pt idx="943">
                  <c:v>4.3</c:v>
                </c:pt>
                <c:pt idx="944">
                  <c:v>3.8333333333333335</c:v>
                </c:pt>
                <c:pt idx="945">
                  <c:v>3.25</c:v>
                </c:pt>
                <c:pt idx="946">
                  <c:v>3.8</c:v>
                </c:pt>
                <c:pt idx="947">
                  <c:v>3.7</c:v>
                </c:pt>
                <c:pt idx="948">
                  <c:v>4.5</c:v>
                </c:pt>
                <c:pt idx="949">
                  <c:v>4.9000000000000004</c:v>
                </c:pt>
                <c:pt idx="950">
                  <c:v>4.333333333333333</c:v>
                </c:pt>
                <c:pt idx="951">
                  <c:v>2.9133333333333336</c:v>
                </c:pt>
                <c:pt idx="952">
                  <c:v>3.4</c:v>
                </c:pt>
                <c:pt idx="953">
                  <c:v>2.9000000000000004</c:v>
                </c:pt>
                <c:pt idx="954">
                  <c:v>3.8</c:v>
                </c:pt>
                <c:pt idx="955">
                  <c:v>3.4749999999999996</c:v>
                </c:pt>
                <c:pt idx="956">
                  <c:v>4</c:v>
                </c:pt>
                <c:pt idx="957">
                  <c:v>4</c:v>
                </c:pt>
                <c:pt idx="958">
                  <c:v>3.55</c:v>
                </c:pt>
                <c:pt idx="959">
                  <c:v>3.5</c:v>
                </c:pt>
                <c:pt idx="960">
                  <c:v>3.6</c:v>
                </c:pt>
                <c:pt idx="961">
                  <c:v>3.9</c:v>
                </c:pt>
                <c:pt idx="962">
                  <c:v>3.2</c:v>
                </c:pt>
                <c:pt idx="963">
                  <c:v>3.7</c:v>
                </c:pt>
                <c:pt idx="964">
                  <c:v>2.15</c:v>
                </c:pt>
                <c:pt idx="965">
                  <c:v>3.7</c:v>
                </c:pt>
                <c:pt idx="966">
                  <c:v>4.05</c:v>
                </c:pt>
                <c:pt idx="967">
                  <c:v>3.6</c:v>
                </c:pt>
                <c:pt idx="968">
                  <c:v>3.7</c:v>
                </c:pt>
                <c:pt idx="969">
                  <c:v>3.7</c:v>
                </c:pt>
                <c:pt idx="970">
                  <c:v>4</c:v>
                </c:pt>
                <c:pt idx="971">
                  <c:v>3.4</c:v>
                </c:pt>
                <c:pt idx="972">
                  <c:v>3.7</c:v>
                </c:pt>
                <c:pt idx="973">
                  <c:v>3.9</c:v>
                </c:pt>
                <c:pt idx="974">
                  <c:v>4.2</c:v>
                </c:pt>
                <c:pt idx="975">
                  <c:v>2.85</c:v>
                </c:pt>
                <c:pt idx="976">
                  <c:v>4.0999999999999996</c:v>
                </c:pt>
                <c:pt idx="977">
                  <c:v>1</c:v>
                </c:pt>
                <c:pt idx="978">
                  <c:v>4.2</c:v>
                </c:pt>
                <c:pt idx="979">
                  <c:v>3.9</c:v>
                </c:pt>
                <c:pt idx="980">
                  <c:v>3.3</c:v>
                </c:pt>
                <c:pt idx="981">
                  <c:v>3.6999999999999997</c:v>
                </c:pt>
                <c:pt idx="982">
                  <c:v>2.4824324324324332</c:v>
                </c:pt>
                <c:pt idx="983">
                  <c:v>1</c:v>
                </c:pt>
                <c:pt idx="984">
                  <c:v>2.8000000000000003</c:v>
                </c:pt>
                <c:pt idx="985">
                  <c:v>1.7</c:v>
                </c:pt>
                <c:pt idx="986">
                  <c:v>2.9554216867469871</c:v>
                </c:pt>
                <c:pt idx="987">
                  <c:v>3.1666666666666665</c:v>
                </c:pt>
                <c:pt idx="988">
                  <c:v>3.1</c:v>
                </c:pt>
                <c:pt idx="989">
                  <c:v>4.5</c:v>
                </c:pt>
                <c:pt idx="990">
                  <c:v>3</c:v>
                </c:pt>
                <c:pt idx="991">
                  <c:v>3.8</c:v>
                </c:pt>
                <c:pt idx="992">
                  <c:v>3.5999999999999996</c:v>
                </c:pt>
                <c:pt idx="993">
                  <c:v>4.3</c:v>
                </c:pt>
                <c:pt idx="994">
                  <c:v>2.9</c:v>
                </c:pt>
                <c:pt idx="995">
                  <c:v>4.2499999999999991</c:v>
                </c:pt>
                <c:pt idx="996">
                  <c:v>4.4000000000000004</c:v>
                </c:pt>
                <c:pt idx="997">
                  <c:v>4.3</c:v>
                </c:pt>
                <c:pt idx="998">
                  <c:v>3.8</c:v>
                </c:pt>
                <c:pt idx="999">
                  <c:v>4.5</c:v>
                </c:pt>
                <c:pt idx="1000">
                  <c:v>3.6</c:v>
                </c:pt>
                <c:pt idx="1001">
                  <c:v>4.8</c:v>
                </c:pt>
                <c:pt idx="1002">
                  <c:v>4.3</c:v>
                </c:pt>
                <c:pt idx="1003">
                  <c:v>3.7</c:v>
                </c:pt>
                <c:pt idx="1004">
                  <c:v>3.8</c:v>
                </c:pt>
                <c:pt idx="1005">
                  <c:v>4.5999999999999996</c:v>
                </c:pt>
                <c:pt idx="1006">
                  <c:v>3.5</c:v>
                </c:pt>
                <c:pt idx="1007">
                  <c:v>4.0999999999999996</c:v>
                </c:pt>
                <c:pt idx="1008">
                  <c:v>4.7333333333333334</c:v>
                </c:pt>
                <c:pt idx="1009">
                  <c:v>4.1500000000000004</c:v>
                </c:pt>
                <c:pt idx="1010">
                  <c:v>4.7</c:v>
                </c:pt>
                <c:pt idx="1011">
                  <c:v>4</c:v>
                </c:pt>
                <c:pt idx="1012">
                  <c:v>3.9</c:v>
                </c:pt>
                <c:pt idx="1013">
                  <c:v>4.4000000000000004</c:v>
                </c:pt>
                <c:pt idx="1014">
                  <c:v>4</c:v>
                </c:pt>
                <c:pt idx="1015">
                  <c:v>4.7</c:v>
                </c:pt>
                <c:pt idx="1016">
                  <c:v>1</c:v>
                </c:pt>
                <c:pt idx="1017">
                  <c:v>4.0999999999999996</c:v>
                </c:pt>
                <c:pt idx="1018">
                  <c:v>3.6</c:v>
                </c:pt>
                <c:pt idx="1019">
                  <c:v>3.7</c:v>
                </c:pt>
                <c:pt idx="1020">
                  <c:v>3.9666666666666668</c:v>
                </c:pt>
                <c:pt idx="1021">
                  <c:v>3.7</c:v>
                </c:pt>
                <c:pt idx="1022">
                  <c:v>4.2333333333333334</c:v>
                </c:pt>
                <c:pt idx="1023">
                  <c:v>4.5</c:v>
                </c:pt>
                <c:pt idx="1024">
                  <c:v>4.8</c:v>
                </c:pt>
                <c:pt idx="1025">
                  <c:v>4.5</c:v>
                </c:pt>
                <c:pt idx="1026">
                  <c:v>3.8</c:v>
                </c:pt>
                <c:pt idx="1027">
                  <c:v>4.0999999999999996</c:v>
                </c:pt>
                <c:pt idx="1028">
                  <c:v>4.2</c:v>
                </c:pt>
                <c:pt idx="1029">
                  <c:v>4.5</c:v>
                </c:pt>
                <c:pt idx="1030">
                  <c:v>4.3</c:v>
                </c:pt>
                <c:pt idx="1031">
                  <c:v>3.731481481481481</c:v>
                </c:pt>
                <c:pt idx="1032">
                  <c:v>4.3</c:v>
                </c:pt>
                <c:pt idx="1033">
                  <c:v>4.8</c:v>
                </c:pt>
                <c:pt idx="1034">
                  <c:v>4.9000000000000004</c:v>
                </c:pt>
                <c:pt idx="1035">
                  <c:v>3.8</c:v>
                </c:pt>
                <c:pt idx="1036">
                  <c:v>4.2</c:v>
                </c:pt>
                <c:pt idx="1037">
                  <c:v>4.3</c:v>
                </c:pt>
                <c:pt idx="1038">
                  <c:v>3.7</c:v>
                </c:pt>
                <c:pt idx="1039">
                  <c:v>1</c:v>
                </c:pt>
                <c:pt idx="1040">
                  <c:v>3.7250000000000005</c:v>
                </c:pt>
                <c:pt idx="1041">
                  <c:v>3.7</c:v>
                </c:pt>
                <c:pt idx="1042">
                  <c:v>4</c:v>
                </c:pt>
                <c:pt idx="1043">
                  <c:v>3.45</c:v>
                </c:pt>
                <c:pt idx="1044">
                  <c:v>3.6833333333333336</c:v>
                </c:pt>
                <c:pt idx="1045">
                  <c:v>1</c:v>
                </c:pt>
                <c:pt idx="1046">
                  <c:v>4.1500000000000004</c:v>
                </c:pt>
                <c:pt idx="1047">
                  <c:v>4.0999999999999996</c:v>
                </c:pt>
                <c:pt idx="1048">
                  <c:v>4.0999999999999996</c:v>
                </c:pt>
                <c:pt idx="1049">
                  <c:v>3.3</c:v>
                </c:pt>
                <c:pt idx="1050">
                  <c:v>4.4749999999999996</c:v>
                </c:pt>
                <c:pt idx="1051">
                  <c:v>3.4</c:v>
                </c:pt>
                <c:pt idx="1052">
                  <c:v>1</c:v>
                </c:pt>
                <c:pt idx="1053">
                  <c:v>3.3</c:v>
                </c:pt>
                <c:pt idx="1054">
                  <c:v>3.7</c:v>
                </c:pt>
                <c:pt idx="1055">
                  <c:v>4.4000000000000004</c:v>
                </c:pt>
                <c:pt idx="1056">
                  <c:v>3.9</c:v>
                </c:pt>
                <c:pt idx="1057">
                  <c:v>4.0999999999999996</c:v>
                </c:pt>
                <c:pt idx="1058">
                  <c:v>3.9</c:v>
                </c:pt>
                <c:pt idx="1059">
                  <c:v>3.9</c:v>
                </c:pt>
                <c:pt idx="1060">
                  <c:v>4.2</c:v>
                </c:pt>
                <c:pt idx="1061">
                  <c:v>3</c:v>
                </c:pt>
                <c:pt idx="1062">
                  <c:v>4.9000000000000004</c:v>
                </c:pt>
                <c:pt idx="1063">
                  <c:v>3.15</c:v>
                </c:pt>
                <c:pt idx="1064">
                  <c:v>4</c:v>
                </c:pt>
                <c:pt idx="1065">
                  <c:v>2.8</c:v>
                </c:pt>
                <c:pt idx="1066">
                  <c:v>3.3</c:v>
                </c:pt>
                <c:pt idx="1067">
                  <c:v>1</c:v>
                </c:pt>
                <c:pt idx="1068">
                  <c:v>4.0999999999999996</c:v>
                </c:pt>
                <c:pt idx="1069">
                  <c:v>3.2</c:v>
                </c:pt>
                <c:pt idx="1070">
                  <c:v>4.5</c:v>
                </c:pt>
                <c:pt idx="1071">
                  <c:v>3.7</c:v>
                </c:pt>
                <c:pt idx="1072">
                  <c:v>3.8</c:v>
                </c:pt>
                <c:pt idx="1073">
                  <c:v>4</c:v>
                </c:pt>
                <c:pt idx="1074">
                  <c:v>3.6</c:v>
                </c:pt>
                <c:pt idx="1075">
                  <c:v>3.6</c:v>
                </c:pt>
                <c:pt idx="1076">
                  <c:v>3.5</c:v>
                </c:pt>
                <c:pt idx="1077">
                  <c:v>3.8</c:v>
                </c:pt>
                <c:pt idx="1078">
                  <c:v>4.0999999999999996</c:v>
                </c:pt>
                <c:pt idx="1079">
                  <c:v>4.1333333333333337</c:v>
                </c:pt>
                <c:pt idx="1080">
                  <c:v>4.0999999999999996</c:v>
                </c:pt>
                <c:pt idx="1081">
                  <c:v>3.5</c:v>
                </c:pt>
                <c:pt idx="1082">
                  <c:v>4.2</c:v>
                </c:pt>
                <c:pt idx="1083">
                  <c:v>3.6</c:v>
                </c:pt>
                <c:pt idx="1084">
                  <c:v>3.8</c:v>
                </c:pt>
                <c:pt idx="1085">
                  <c:v>4</c:v>
                </c:pt>
                <c:pt idx="1086">
                  <c:v>4.4000000000000004</c:v>
                </c:pt>
                <c:pt idx="1087">
                  <c:v>4</c:v>
                </c:pt>
                <c:pt idx="1088">
                  <c:v>3.8</c:v>
                </c:pt>
                <c:pt idx="1089">
                  <c:v>4.2</c:v>
                </c:pt>
                <c:pt idx="1090">
                  <c:v>4.3</c:v>
                </c:pt>
                <c:pt idx="1091">
                  <c:v>2.2000000000000002</c:v>
                </c:pt>
                <c:pt idx="1092">
                  <c:v>3.4</c:v>
                </c:pt>
                <c:pt idx="1093">
                  <c:v>3.75</c:v>
                </c:pt>
                <c:pt idx="1094">
                  <c:v>3.4333333333333336</c:v>
                </c:pt>
                <c:pt idx="1095">
                  <c:v>4</c:v>
                </c:pt>
                <c:pt idx="1096">
                  <c:v>4.0999999999999996</c:v>
                </c:pt>
                <c:pt idx="1097">
                  <c:v>3.7</c:v>
                </c:pt>
                <c:pt idx="1098">
                  <c:v>3.6791666666666658</c:v>
                </c:pt>
                <c:pt idx="1099">
                  <c:v>2.6625000000000001</c:v>
                </c:pt>
                <c:pt idx="1100">
                  <c:v>4.4000000000000004</c:v>
                </c:pt>
                <c:pt idx="1101">
                  <c:v>3.8</c:v>
                </c:pt>
                <c:pt idx="1102">
                  <c:v>2.9305555555555554</c:v>
                </c:pt>
                <c:pt idx="1103">
                  <c:v>3.3</c:v>
                </c:pt>
                <c:pt idx="1104">
                  <c:v>4.2200000000000006</c:v>
                </c:pt>
                <c:pt idx="1105">
                  <c:v>3.7</c:v>
                </c:pt>
                <c:pt idx="1106">
                  <c:v>3.7</c:v>
                </c:pt>
                <c:pt idx="1107">
                  <c:v>4.3</c:v>
                </c:pt>
                <c:pt idx="1108">
                  <c:v>4.4000000000000004</c:v>
                </c:pt>
                <c:pt idx="1109">
                  <c:v>3.9</c:v>
                </c:pt>
                <c:pt idx="1110">
                  <c:v>3.7</c:v>
                </c:pt>
                <c:pt idx="1111">
                  <c:v>3.5941176470588236</c:v>
                </c:pt>
                <c:pt idx="1112">
                  <c:v>3.5</c:v>
                </c:pt>
                <c:pt idx="1113">
                  <c:v>3.85</c:v>
                </c:pt>
                <c:pt idx="1114">
                  <c:v>4</c:v>
                </c:pt>
                <c:pt idx="1115">
                  <c:v>3.4</c:v>
                </c:pt>
                <c:pt idx="1116">
                  <c:v>3.15</c:v>
                </c:pt>
                <c:pt idx="1117">
                  <c:v>3.7</c:v>
                </c:pt>
                <c:pt idx="1118">
                  <c:v>3.3</c:v>
                </c:pt>
                <c:pt idx="1119">
                  <c:v>3.7</c:v>
                </c:pt>
                <c:pt idx="1120">
                  <c:v>4.0999999999999996</c:v>
                </c:pt>
                <c:pt idx="1121">
                  <c:v>3.1</c:v>
                </c:pt>
                <c:pt idx="1122">
                  <c:v>4.0999999999999996</c:v>
                </c:pt>
                <c:pt idx="1123">
                  <c:v>4.2</c:v>
                </c:pt>
                <c:pt idx="1124">
                  <c:v>3.9</c:v>
                </c:pt>
                <c:pt idx="1125">
                  <c:v>3.7250000000000001</c:v>
                </c:pt>
                <c:pt idx="1126">
                  <c:v>4.0444444444444443</c:v>
                </c:pt>
                <c:pt idx="1127">
                  <c:v>3.9</c:v>
                </c:pt>
                <c:pt idx="1128">
                  <c:v>4.4000000000000004</c:v>
                </c:pt>
                <c:pt idx="1129">
                  <c:v>4.0999999999999996</c:v>
                </c:pt>
                <c:pt idx="1130">
                  <c:v>3.8000000000000003</c:v>
                </c:pt>
                <c:pt idx="1131">
                  <c:v>3</c:v>
                </c:pt>
                <c:pt idx="1132">
                  <c:v>3.65</c:v>
                </c:pt>
                <c:pt idx="1133">
                  <c:v>3.9</c:v>
                </c:pt>
                <c:pt idx="1134">
                  <c:v>3.8</c:v>
                </c:pt>
                <c:pt idx="1135">
                  <c:v>1.55</c:v>
                </c:pt>
                <c:pt idx="1136">
                  <c:v>3.5</c:v>
                </c:pt>
                <c:pt idx="1137">
                  <c:v>3</c:v>
                </c:pt>
                <c:pt idx="1138">
                  <c:v>4.3</c:v>
                </c:pt>
                <c:pt idx="1139">
                  <c:v>4</c:v>
                </c:pt>
                <c:pt idx="1140">
                  <c:v>1</c:v>
                </c:pt>
                <c:pt idx="1141">
                  <c:v>4.3499999999999996</c:v>
                </c:pt>
                <c:pt idx="1142">
                  <c:v>2.75</c:v>
                </c:pt>
                <c:pt idx="1143">
                  <c:v>3.1</c:v>
                </c:pt>
                <c:pt idx="1144">
                  <c:v>3.3</c:v>
                </c:pt>
                <c:pt idx="1145">
                  <c:v>4.2</c:v>
                </c:pt>
                <c:pt idx="1146">
                  <c:v>2.9</c:v>
                </c:pt>
                <c:pt idx="1147">
                  <c:v>4.4000000000000004</c:v>
                </c:pt>
                <c:pt idx="1148">
                  <c:v>4.55</c:v>
                </c:pt>
                <c:pt idx="1149">
                  <c:v>4.3000000000000007</c:v>
                </c:pt>
                <c:pt idx="1150">
                  <c:v>4.4000000000000004</c:v>
                </c:pt>
                <c:pt idx="1151">
                  <c:v>4.3249999999999993</c:v>
                </c:pt>
                <c:pt idx="1152">
                  <c:v>4.4000000000000004</c:v>
                </c:pt>
                <c:pt idx="1153">
                  <c:v>3.1</c:v>
                </c:pt>
                <c:pt idx="1154">
                  <c:v>3.75</c:v>
                </c:pt>
                <c:pt idx="1155">
                  <c:v>3.7</c:v>
                </c:pt>
                <c:pt idx="1156">
                  <c:v>4</c:v>
                </c:pt>
                <c:pt idx="1157">
                  <c:v>2.6</c:v>
                </c:pt>
                <c:pt idx="1158">
                  <c:v>3.5</c:v>
                </c:pt>
                <c:pt idx="1159">
                  <c:v>4.3</c:v>
                </c:pt>
                <c:pt idx="1160">
                  <c:v>4.2</c:v>
                </c:pt>
                <c:pt idx="1161">
                  <c:v>3.7166666666666668</c:v>
                </c:pt>
                <c:pt idx="1162">
                  <c:v>3.9</c:v>
                </c:pt>
                <c:pt idx="1163">
                  <c:v>3</c:v>
                </c:pt>
                <c:pt idx="1164">
                  <c:v>3.6</c:v>
                </c:pt>
                <c:pt idx="1165">
                  <c:v>4.3</c:v>
                </c:pt>
                <c:pt idx="1166">
                  <c:v>4</c:v>
                </c:pt>
                <c:pt idx="1167">
                  <c:v>3.2</c:v>
                </c:pt>
                <c:pt idx="1168">
                  <c:v>4.4000000000000004</c:v>
                </c:pt>
                <c:pt idx="1169">
                  <c:v>4.0999999999999996</c:v>
                </c:pt>
                <c:pt idx="1170">
                  <c:v>3.5222222222222221</c:v>
                </c:pt>
                <c:pt idx="1171">
                  <c:v>3.7666666666666662</c:v>
                </c:pt>
                <c:pt idx="1172">
                  <c:v>4</c:v>
                </c:pt>
                <c:pt idx="1173">
                  <c:v>1.8333333333333333</c:v>
                </c:pt>
                <c:pt idx="1174">
                  <c:v>3.2</c:v>
                </c:pt>
                <c:pt idx="1175">
                  <c:v>2.4</c:v>
                </c:pt>
                <c:pt idx="1176">
                  <c:v>4.3</c:v>
                </c:pt>
                <c:pt idx="1177">
                  <c:v>3.5</c:v>
                </c:pt>
                <c:pt idx="1178">
                  <c:v>3.8666666666666667</c:v>
                </c:pt>
                <c:pt idx="1179">
                  <c:v>3.4</c:v>
                </c:pt>
                <c:pt idx="1180">
                  <c:v>1</c:v>
                </c:pt>
                <c:pt idx="1181">
                  <c:v>2.7333333333333329</c:v>
                </c:pt>
                <c:pt idx="1182">
                  <c:v>3.1</c:v>
                </c:pt>
                <c:pt idx="1183">
                  <c:v>2.2000000000000002</c:v>
                </c:pt>
                <c:pt idx="1184">
                  <c:v>1</c:v>
                </c:pt>
                <c:pt idx="1185">
                  <c:v>3.5333333333333332</c:v>
                </c:pt>
                <c:pt idx="1186">
                  <c:v>4.2</c:v>
                </c:pt>
                <c:pt idx="1187">
                  <c:v>4.4000000000000004</c:v>
                </c:pt>
                <c:pt idx="1188">
                  <c:v>3.5</c:v>
                </c:pt>
                <c:pt idx="1189">
                  <c:v>3.6</c:v>
                </c:pt>
                <c:pt idx="1190">
                  <c:v>4</c:v>
                </c:pt>
                <c:pt idx="1191">
                  <c:v>3.5</c:v>
                </c:pt>
                <c:pt idx="1192">
                  <c:v>3.2750000000000004</c:v>
                </c:pt>
                <c:pt idx="1193">
                  <c:v>3.6500000000000004</c:v>
                </c:pt>
                <c:pt idx="1194">
                  <c:v>4.5999999999999996</c:v>
                </c:pt>
                <c:pt idx="1195">
                  <c:v>4.2</c:v>
                </c:pt>
                <c:pt idx="1196">
                  <c:v>4.3</c:v>
                </c:pt>
                <c:pt idx="1197">
                  <c:v>4.2</c:v>
                </c:pt>
                <c:pt idx="1198">
                  <c:v>3.7</c:v>
                </c:pt>
                <c:pt idx="1199">
                  <c:v>3.5</c:v>
                </c:pt>
                <c:pt idx="1200">
                  <c:v>3.1</c:v>
                </c:pt>
                <c:pt idx="1201">
                  <c:v>3.8</c:v>
                </c:pt>
                <c:pt idx="1202">
                  <c:v>4.333333333333333</c:v>
                </c:pt>
                <c:pt idx="1203">
                  <c:v>4.3</c:v>
                </c:pt>
                <c:pt idx="1204">
                  <c:v>3.55</c:v>
                </c:pt>
                <c:pt idx="1205">
                  <c:v>4.1500000000000004</c:v>
                </c:pt>
                <c:pt idx="1206">
                  <c:v>3.9</c:v>
                </c:pt>
                <c:pt idx="1207">
                  <c:v>4.0999999999999996</c:v>
                </c:pt>
                <c:pt idx="1208">
                  <c:v>3.5</c:v>
                </c:pt>
                <c:pt idx="1209">
                  <c:v>4.4000000000000004</c:v>
                </c:pt>
                <c:pt idx="1210">
                  <c:v>4</c:v>
                </c:pt>
                <c:pt idx="1211">
                  <c:v>4.2</c:v>
                </c:pt>
                <c:pt idx="1212">
                  <c:v>3.691666666666666</c:v>
                </c:pt>
                <c:pt idx="1213">
                  <c:v>4.2</c:v>
                </c:pt>
                <c:pt idx="1214">
                  <c:v>4.9000000000000004</c:v>
                </c:pt>
                <c:pt idx="1215">
                  <c:v>4.1999999999999993</c:v>
                </c:pt>
                <c:pt idx="1216">
                  <c:v>4.5</c:v>
                </c:pt>
                <c:pt idx="1217">
                  <c:v>4.7</c:v>
                </c:pt>
                <c:pt idx="1218">
                  <c:v>3.8666666666666671</c:v>
                </c:pt>
                <c:pt idx="1219">
                  <c:v>4.3</c:v>
                </c:pt>
                <c:pt idx="1220">
                  <c:v>2.0499999999999998</c:v>
                </c:pt>
                <c:pt idx="1221">
                  <c:v>3.9</c:v>
                </c:pt>
                <c:pt idx="1222">
                  <c:v>3.4</c:v>
                </c:pt>
                <c:pt idx="1223">
                  <c:v>3.6</c:v>
                </c:pt>
                <c:pt idx="1224">
                  <c:v>3.3</c:v>
                </c:pt>
                <c:pt idx="1225">
                  <c:v>3.1</c:v>
                </c:pt>
                <c:pt idx="1226">
                  <c:v>3.7</c:v>
                </c:pt>
                <c:pt idx="1227">
                  <c:v>3.4</c:v>
                </c:pt>
                <c:pt idx="1228">
                  <c:v>4.2</c:v>
                </c:pt>
                <c:pt idx="1229">
                  <c:v>4.2</c:v>
                </c:pt>
                <c:pt idx="1230">
                  <c:v>4.0999999999999996</c:v>
                </c:pt>
                <c:pt idx="1231">
                  <c:v>3.9</c:v>
                </c:pt>
                <c:pt idx="1232">
                  <c:v>4.5</c:v>
                </c:pt>
                <c:pt idx="1233">
                  <c:v>4.2</c:v>
                </c:pt>
                <c:pt idx="1234">
                  <c:v>3.4000000000000004</c:v>
                </c:pt>
                <c:pt idx="1235">
                  <c:v>2.1056338028169015</c:v>
                </c:pt>
                <c:pt idx="1236">
                  <c:v>1.7</c:v>
                </c:pt>
                <c:pt idx="1237">
                  <c:v>1</c:v>
                </c:pt>
                <c:pt idx="1238">
                  <c:v>2.8</c:v>
                </c:pt>
                <c:pt idx="1239">
                  <c:v>3</c:v>
                </c:pt>
                <c:pt idx="1240">
                  <c:v>3.4</c:v>
                </c:pt>
                <c:pt idx="1241">
                  <c:v>1.5999999999999999</c:v>
                </c:pt>
                <c:pt idx="1242">
                  <c:v>3.8</c:v>
                </c:pt>
                <c:pt idx="1243">
                  <c:v>1.6428571428571428</c:v>
                </c:pt>
                <c:pt idx="1244">
                  <c:v>2.35</c:v>
                </c:pt>
                <c:pt idx="1245">
                  <c:v>2.9</c:v>
                </c:pt>
                <c:pt idx="1246">
                  <c:v>2.75</c:v>
                </c:pt>
                <c:pt idx="1247">
                  <c:v>3.7</c:v>
                </c:pt>
                <c:pt idx="1248">
                  <c:v>3.2</c:v>
                </c:pt>
                <c:pt idx="1249">
                  <c:v>3.3</c:v>
                </c:pt>
                <c:pt idx="1250">
                  <c:v>2.7</c:v>
                </c:pt>
                <c:pt idx="1251">
                  <c:v>3</c:v>
                </c:pt>
                <c:pt idx="1252">
                  <c:v>1</c:v>
                </c:pt>
                <c:pt idx="1253">
                  <c:v>3.8</c:v>
                </c:pt>
                <c:pt idx="1254">
                  <c:v>2.8666666666666667</c:v>
                </c:pt>
                <c:pt idx="1255">
                  <c:v>3.3</c:v>
                </c:pt>
                <c:pt idx="1256">
                  <c:v>1</c:v>
                </c:pt>
                <c:pt idx="1257">
                  <c:v>2.9</c:v>
                </c:pt>
                <c:pt idx="1258">
                  <c:v>3.3</c:v>
                </c:pt>
                <c:pt idx="1259">
                  <c:v>1</c:v>
                </c:pt>
                <c:pt idx="1260">
                  <c:v>2.9</c:v>
                </c:pt>
                <c:pt idx="1261">
                  <c:v>1.8333333333333333</c:v>
                </c:pt>
                <c:pt idx="1262">
                  <c:v>2.2896551724137937</c:v>
                </c:pt>
                <c:pt idx="1263">
                  <c:v>2.95</c:v>
                </c:pt>
                <c:pt idx="1264">
                  <c:v>1.9</c:v>
                </c:pt>
                <c:pt idx="1265">
                  <c:v>1.9500000000000002</c:v>
                </c:pt>
                <c:pt idx="1266">
                  <c:v>1</c:v>
                </c:pt>
                <c:pt idx="1267">
                  <c:v>2.7</c:v>
                </c:pt>
                <c:pt idx="1268">
                  <c:v>3.2</c:v>
                </c:pt>
                <c:pt idx="1269">
                  <c:v>2.7</c:v>
                </c:pt>
                <c:pt idx="1270">
                  <c:v>2.9000000000000004</c:v>
                </c:pt>
                <c:pt idx="1271">
                  <c:v>4.4000000000000004</c:v>
                </c:pt>
                <c:pt idx="1272">
                  <c:v>4.3454545454545448</c:v>
                </c:pt>
                <c:pt idx="1273">
                  <c:v>3.9</c:v>
                </c:pt>
                <c:pt idx="1274">
                  <c:v>4.3499999999999996</c:v>
                </c:pt>
                <c:pt idx="1275">
                  <c:v>2.098058252427184</c:v>
                </c:pt>
                <c:pt idx="1276">
                  <c:v>2.8</c:v>
                </c:pt>
                <c:pt idx="1277">
                  <c:v>2.7875000000000001</c:v>
                </c:pt>
                <c:pt idx="1278">
                  <c:v>2.0166666666666671</c:v>
                </c:pt>
                <c:pt idx="1279">
                  <c:v>3.6</c:v>
                </c:pt>
                <c:pt idx="1280">
                  <c:v>3.35</c:v>
                </c:pt>
                <c:pt idx="1281">
                  <c:v>3.1</c:v>
                </c:pt>
                <c:pt idx="1282">
                  <c:v>1.94</c:v>
                </c:pt>
                <c:pt idx="1283">
                  <c:v>2.4</c:v>
                </c:pt>
                <c:pt idx="1284">
                  <c:v>4.0999999999999996</c:v>
                </c:pt>
                <c:pt idx="1285">
                  <c:v>3.3</c:v>
                </c:pt>
                <c:pt idx="1286">
                  <c:v>4.9000000000000004</c:v>
                </c:pt>
                <c:pt idx="1287">
                  <c:v>3.1</c:v>
                </c:pt>
                <c:pt idx="1288">
                  <c:v>2.4583333333333339</c:v>
                </c:pt>
                <c:pt idx="1289">
                  <c:v>2.7</c:v>
                </c:pt>
                <c:pt idx="1290">
                  <c:v>3.0944444444444441</c:v>
                </c:pt>
                <c:pt idx="1291">
                  <c:v>3.9</c:v>
                </c:pt>
                <c:pt idx="1292">
                  <c:v>3.8</c:v>
                </c:pt>
                <c:pt idx="1293">
                  <c:v>4.4000000000000004</c:v>
                </c:pt>
                <c:pt idx="1294">
                  <c:v>3.6</c:v>
                </c:pt>
                <c:pt idx="1295">
                  <c:v>3.1</c:v>
                </c:pt>
                <c:pt idx="1296">
                  <c:v>3.4</c:v>
                </c:pt>
                <c:pt idx="1297">
                  <c:v>3</c:v>
                </c:pt>
                <c:pt idx="1298">
                  <c:v>2</c:v>
                </c:pt>
                <c:pt idx="1299">
                  <c:v>1</c:v>
                </c:pt>
                <c:pt idx="1300">
                  <c:v>3.6</c:v>
                </c:pt>
                <c:pt idx="1301">
                  <c:v>4.5999999999999996</c:v>
                </c:pt>
                <c:pt idx="1302">
                  <c:v>2.35</c:v>
                </c:pt>
                <c:pt idx="1303">
                  <c:v>3.5</c:v>
                </c:pt>
                <c:pt idx="1304">
                  <c:v>3</c:v>
                </c:pt>
                <c:pt idx="1305">
                  <c:v>1</c:v>
                </c:pt>
                <c:pt idx="1306">
                  <c:v>2.1466880341880334</c:v>
                </c:pt>
                <c:pt idx="1307">
                  <c:v>2.6</c:v>
                </c:pt>
                <c:pt idx="1308">
                  <c:v>4.3</c:v>
                </c:pt>
                <c:pt idx="1309">
                  <c:v>4.7</c:v>
                </c:pt>
                <c:pt idx="1310">
                  <c:v>4.0999999999999996</c:v>
                </c:pt>
                <c:pt idx="1311">
                  <c:v>2.8</c:v>
                </c:pt>
                <c:pt idx="1312">
                  <c:v>4.0999999999999996</c:v>
                </c:pt>
                <c:pt idx="1313">
                  <c:v>3.7</c:v>
                </c:pt>
                <c:pt idx="1314">
                  <c:v>4.2</c:v>
                </c:pt>
                <c:pt idx="1315">
                  <c:v>3.4750000000000001</c:v>
                </c:pt>
                <c:pt idx="1316">
                  <c:v>3.95</c:v>
                </c:pt>
                <c:pt idx="1317">
                  <c:v>4</c:v>
                </c:pt>
                <c:pt idx="1318">
                  <c:v>1</c:v>
                </c:pt>
                <c:pt idx="1319">
                  <c:v>2.5249999999999999</c:v>
                </c:pt>
                <c:pt idx="1320">
                  <c:v>2.7</c:v>
                </c:pt>
                <c:pt idx="1321">
                  <c:v>2.5866666666666669</c:v>
                </c:pt>
                <c:pt idx="1322">
                  <c:v>3</c:v>
                </c:pt>
                <c:pt idx="1323">
                  <c:v>3.66</c:v>
                </c:pt>
                <c:pt idx="1324">
                  <c:v>2.6</c:v>
                </c:pt>
                <c:pt idx="1325">
                  <c:v>2.7</c:v>
                </c:pt>
                <c:pt idx="1326">
                  <c:v>3.3</c:v>
                </c:pt>
                <c:pt idx="1327">
                  <c:v>3.4</c:v>
                </c:pt>
                <c:pt idx="1328">
                  <c:v>3.8</c:v>
                </c:pt>
                <c:pt idx="1329">
                  <c:v>2.6448140900195698</c:v>
                </c:pt>
                <c:pt idx="1330">
                  <c:v>3.8</c:v>
                </c:pt>
                <c:pt idx="1331">
                  <c:v>2.2000000000000002</c:v>
                </c:pt>
                <c:pt idx="1332">
                  <c:v>2.7</c:v>
                </c:pt>
                <c:pt idx="1333">
                  <c:v>3.6333333333333333</c:v>
                </c:pt>
                <c:pt idx="1334">
                  <c:v>3.1446153846153848</c:v>
                </c:pt>
                <c:pt idx="1335">
                  <c:v>3.8</c:v>
                </c:pt>
                <c:pt idx="1336">
                  <c:v>3.5749999999999997</c:v>
                </c:pt>
                <c:pt idx="1337">
                  <c:v>3.8</c:v>
                </c:pt>
                <c:pt idx="1338">
                  <c:v>3.6083333333333338</c:v>
                </c:pt>
                <c:pt idx="1339">
                  <c:v>3.4</c:v>
                </c:pt>
                <c:pt idx="1340">
                  <c:v>3.4</c:v>
                </c:pt>
                <c:pt idx="1341">
                  <c:v>3.5</c:v>
                </c:pt>
                <c:pt idx="1342">
                  <c:v>3.7</c:v>
                </c:pt>
                <c:pt idx="1343">
                  <c:v>2.2000000000000002</c:v>
                </c:pt>
                <c:pt idx="1344">
                  <c:v>3.7</c:v>
                </c:pt>
                <c:pt idx="1345">
                  <c:v>4.5</c:v>
                </c:pt>
                <c:pt idx="1346">
                  <c:v>3.4</c:v>
                </c:pt>
                <c:pt idx="1347">
                  <c:v>3.4</c:v>
                </c:pt>
                <c:pt idx="1348">
                  <c:v>2.8235294117647061</c:v>
                </c:pt>
                <c:pt idx="1349">
                  <c:v>3.9</c:v>
                </c:pt>
                <c:pt idx="1350">
                  <c:v>2.9</c:v>
                </c:pt>
                <c:pt idx="1351">
                  <c:v>2.9</c:v>
                </c:pt>
                <c:pt idx="1352">
                  <c:v>2.9</c:v>
                </c:pt>
                <c:pt idx="1353">
                  <c:v>3.1500000000000004</c:v>
                </c:pt>
                <c:pt idx="1354">
                  <c:v>3.3</c:v>
                </c:pt>
                <c:pt idx="1355">
                  <c:v>3.2499999999999996</c:v>
                </c:pt>
                <c:pt idx="1356">
                  <c:v>4.2</c:v>
                </c:pt>
                <c:pt idx="1357">
                  <c:v>3.5124999999999993</c:v>
                </c:pt>
                <c:pt idx="1358">
                  <c:v>2.9000000000000004</c:v>
                </c:pt>
                <c:pt idx="1359">
                  <c:v>3.4</c:v>
                </c:pt>
                <c:pt idx="1360">
                  <c:v>4</c:v>
                </c:pt>
                <c:pt idx="1361">
                  <c:v>3.6</c:v>
                </c:pt>
                <c:pt idx="1362">
                  <c:v>4</c:v>
                </c:pt>
                <c:pt idx="1363">
                  <c:v>4</c:v>
                </c:pt>
                <c:pt idx="1364">
                  <c:v>4.3</c:v>
                </c:pt>
                <c:pt idx="1365">
                  <c:v>1</c:v>
                </c:pt>
                <c:pt idx="1366">
                  <c:v>1</c:v>
                </c:pt>
                <c:pt idx="1367">
                  <c:v>4.5999999999999996</c:v>
                </c:pt>
                <c:pt idx="1368">
                  <c:v>3.9</c:v>
                </c:pt>
                <c:pt idx="1369">
                  <c:v>3.8</c:v>
                </c:pt>
                <c:pt idx="1370">
                  <c:v>4.4000000000000004</c:v>
                </c:pt>
                <c:pt idx="1371">
                  <c:v>4.4000000000000004</c:v>
                </c:pt>
                <c:pt idx="1372">
                  <c:v>2.5</c:v>
                </c:pt>
                <c:pt idx="1373">
                  <c:v>2.8685714285714283</c:v>
                </c:pt>
                <c:pt idx="1374">
                  <c:v>3.5</c:v>
                </c:pt>
                <c:pt idx="1375">
                  <c:v>2.5499999999999998</c:v>
                </c:pt>
                <c:pt idx="1376">
                  <c:v>3.8</c:v>
                </c:pt>
                <c:pt idx="1377">
                  <c:v>3.1</c:v>
                </c:pt>
                <c:pt idx="1378">
                  <c:v>3.05</c:v>
                </c:pt>
                <c:pt idx="1379">
                  <c:v>3.4</c:v>
                </c:pt>
                <c:pt idx="1380">
                  <c:v>3.5</c:v>
                </c:pt>
                <c:pt idx="1381">
                  <c:v>2.320588235294117</c:v>
                </c:pt>
                <c:pt idx="1382">
                  <c:v>2.9</c:v>
                </c:pt>
                <c:pt idx="1383">
                  <c:v>3.7</c:v>
                </c:pt>
                <c:pt idx="1384">
                  <c:v>2.8899999999999997</c:v>
                </c:pt>
                <c:pt idx="1385">
                  <c:v>3.9</c:v>
                </c:pt>
                <c:pt idx="1386">
                  <c:v>3.04</c:v>
                </c:pt>
                <c:pt idx="1387">
                  <c:v>3.65</c:v>
                </c:pt>
                <c:pt idx="1388">
                  <c:v>3.4</c:v>
                </c:pt>
                <c:pt idx="1389">
                  <c:v>2.4</c:v>
                </c:pt>
                <c:pt idx="1390">
                  <c:v>2.4</c:v>
                </c:pt>
                <c:pt idx="1391">
                  <c:v>3.15</c:v>
                </c:pt>
                <c:pt idx="1392">
                  <c:v>2.5</c:v>
                </c:pt>
                <c:pt idx="1393">
                  <c:v>3.4</c:v>
                </c:pt>
                <c:pt idx="1394">
                  <c:v>3.5800000000000005</c:v>
                </c:pt>
                <c:pt idx="1395">
                  <c:v>3.6</c:v>
                </c:pt>
                <c:pt idx="1396">
                  <c:v>3.5</c:v>
                </c:pt>
                <c:pt idx="1397">
                  <c:v>3.9</c:v>
                </c:pt>
                <c:pt idx="1398">
                  <c:v>1</c:v>
                </c:pt>
                <c:pt idx="1399">
                  <c:v>3.2</c:v>
                </c:pt>
                <c:pt idx="1400">
                  <c:v>3.8</c:v>
                </c:pt>
                <c:pt idx="1401">
                  <c:v>3.3357142857142863</c:v>
                </c:pt>
                <c:pt idx="1402">
                  <c:v>3.7375000000000003</c:v>
                </c:pt>
                <c:pt idx="1403">
                  <c:v>3.6</c:v>
                </c:pt>
                <c:pt idx="1404">
                  <c:v>3.9</c:v>
                </c:pt>
                <c:pt idx="1405">
                  <c:v>4.5</c:v>
                </c:pt>
                <c:pt idx="1406">
                  <c:v>2.8888888888888893</c:v>
                </c:pt>
                <c:pt idx="1407">
                  <c:v>2.7</c:v>
                </c:pt>
                <c:pt idx="1408">
                  <c:v>3.8333333333333335</c:v>
                </c:pt>
                <c:pt idx="1409">
                  <c:v>3.7</c:v>
                </c:pt>
                <c:pt idx="1410">
                  <c:v>4.3</c:v>
                </c:pt>
                <c:pt idx="1411">
                  <c:v>3.8</c:v>
                </c:pt>
                <c:pt idx="1412">
                  <c:v>3.9</c:v>
                </c:pt>
                <c:pt idx="1413">
                  <c:v>2.6</c:v>
                </c:pt>
                <c:pt idx="1414">
                  <c:v>4.3</c:v>
                </c:pt>
                <c:pt idx="1415">
                  <c:v>3.7</c:v>
                </c:pt>
                <c:pt idx="1416">
                  <c:v>3.5</c:v>
                </c:pt>
                <c:pt idx="1417">
                  <c:v>4.2</c:v>
                </c:pt>
                <c:pt idx="1418">
                  <c:v>4.3</c:v>
                </c:pt>
                <c:pt idx="1419">
                  <c:v>3.1666666666666665</c:v>
                </c:pt>
                <c:pt idx="1420">
                  <c:v>3.75</c:v>
                </c:pt>
                <c:pt idx="1421">
                  <c:v>4.25</c:v>
                </c:pt>
                <c:pt idx="1422">
                  <c:v>3.5333333333333332</c:v>
                </c:pt>
                <c:pt idx="1423">
                  <c:v>4</c:v>
                </c:pt>
                <c:pt idx="1424">
                  <c:v>4</c:v>
                </c:pt>
                <c:pt idx="1425">
                  <c:v>3.8</c:v>
                </c:pt>
                <c:pt idx="1426">
                  <c:v>3.4</c:v>
                </c:pt>
                <c:pt idx="1427">
                  <c:v>3.5</c:v>
                </c:pt>
                <c:pt idx="1428">
                  <c:v>3.9499999999999997</c:v>
                </c:pt>
                <c:pt idx="1429">
                  <c:v>3</c:v>
                </c:pt>
                <c:pt idx="1430">
                  <c:v>4.0333333333333332</c:v>
                </c:pt>
                <c:pt idx="1431">
                  <c:v>3.6</c:v>
                </c:pt>
                <c:pt idx="1432">
                  <c:v>1</c:v>
                </c:pt>
                <c:pt idx="1433">
                  <c:v>4.2</c:v>
                </c:pt>
                <c:pt idx="1434">
                  <c:v>3.5</c:v>
                </c:pt>
                <c:pt idx="1435">
                  <c:v>3.62</c:v>
                </c:pt>
                <c:pt idx="1436">
                  <c:v>3.7</c:v>
                </c:pt>
                <c:pt idx="1437">
                  <c:v>3.75</c:v>
                </c:pt>
                <c:pt idx="1438">
                  <c:v>3.4</c:v>
                </c:pt>
                <c:pt idx="1439">
                  <c:v>3.9</c:v>
                </c:pt>
                <c:pt idx="1440">
                  <c:v>3.9</c:v>
                </c:pt>
                <c:pt idx="1441">
                  <c:v>4.4599999999999991</c:v>
                </c:pt>
                <c:pt idx="1442">
                  <c:v>3.8</c:v>
                </c:pt>
                <c:pt idx="1443">
                  <c:v>3.6</c:v>
                </c:pt>
                <c:pt idx="1444">
                  <c:v>2.6648648648648643</c:v>
                </c:pt>
                <c:pt idx="1445">
                  <c:v>3</c:v>
                </c:pt>
                <c:pt idx="1446">
                  <c:v>3.1</c:v>
                </c:pt>
                <c:pt idx="1447">
                  <c:v>2.9</c:v>
                </c:pt>
                <c:pt idx="1448">
                  <c:v>2.8888888888888893</c:v>
                </c:pt>
                <c:pt idx="1449">
                  <c:v>3.8</c:v>
                </c:pt>
                <c:pt idx="1450">
                  <c:v>2.9</c:v>
                </c:pt>
                <c:pt idx="1451">
                  <c:v>2.9</c:v>
                </c:pt>
                <c:pt idx="1452">
                  <c:v>2.7</c:v>
                </c:pt>
                <c:pt idx="1453">
                  <c:v>3.2</c:v>
                </c:pt>
                <c:pt idx="1454">
                  <c:v>3.4</c:v>
                </c:pt>
                <c:pt idx="1455">
                  <c:v>4.0333333333333332</c:v>
                </c:pt>
                <c:pt idx="1456">
                  <c:v>3.8</c:v>
                </c:pt>
                <c:pt idx="1457">
                  <c:v>1</c:v>
                </c:pt>
                <c:pt idx="1458">
                  <c:v>3.3333333333333335</c:v>
                </c:pt>
                <c:pt idx="1459">
                  <c:v>2.5999999999999996</c:v>
                </c:pt>
                <c:pt idx="1460">
                  <c:v>3.7</c:v>
                </c:pt>
                <c:pt idx="1461">
                  <c:v>2</c:v>
                </c:pt>
                <c:pt idx="1462">
                  <c:v>3.8</c:v>
                </c:pt>
                <c:pt idx="1463">
                  <c:v>3.8</c:v>
                </c:pt>
                <c:pt idx="1464">
                  <c:v>3.2</c:v>
                </c:pt>
                <c:pt idx="1465">
                  <c:v>3.1</c:v>
                </c:pt>
                <c:pt idx="1466">
                  <c:v>3.3</c:v>
                </c:pt>
                <c:pt idx="1467">
                  <c:v>4</c:v>
                </c:pt>
                <c:pt idx="1468">
                  <c:v>1</c:v>
                </c:pt>
                <c:pt idx="1469">
                  <c:v>3.9333333333333331</c:v>
                </c:pt>
                <c:pt idx="1470">
                  <c:v>4.4000000000000004</c:v>
                </c:pt>
                <c:pt idx="1471">
                  <c:v>4.0999999999999996</c:v>
                </c:pt>
                <c:pt idx="1472">
                  <c:v>3.0333333333333332</c:v>
                </c:pt>
                <c:pt idx="1473">
                  <c:v>4.4000000000000004</c:v>
                </c:pt>
                <c:pt idx="1474">
                  <c:v>3.8</c:v>
                </c:pt>
                <c:pt idx="1475">
                  <c:v>4.25</c:v>
                </c:pt>
                <c:pt idx="1476">
                  <c:v>3.4</c:v>
                </c:pt>
                <c:pt idx="1477">
                  <c:v>2.8714285714285714</c:v>
                </c:pt>
                <c:pt idx="1478">
                  <c:v>4.2</c:v>
                </c:pt>
                <c:pt idx="1479">
                  <c:v>3.3</c:v>
                </c:pt>
                <c:pt idx="1480">
                  <c:v>3.35</c:v>
                </c:pt>
                <c:pt idx="1481">
                  <c:v>3.9</c:v>
                </c:pt>
                <c:pt idx="1482">
                  <c:v>2.7</c:v>
                </c:pt>
                <c:pt idx="1483">
                  <c:v>3.8</c:v>
                </c:pt>
                <c:pt idx="1484">
                  <c:v>3.9</c:v>
                </c:pt>
                <c:pt idx="1485">
                  <c:v>4.4000000000000004</c:v>
                </c:pt>
                <c:pt idx="1486">
                  <c:v>4.3</c:v>
                </c:pt>
                <c:pt idx="1487">
                  <c:v>3.2</c:v>
                </c:pt>
                <c:pt idx="1488">
                  <c:v>3.9</c:v>
                </c:pt>
                <c:pt idx="1489">
                  <c:v>2.6</c:v>
                </c:pt>
                <c:pt idx="1490">
                  <c:v>4.2</c:v>
                </c:pt>
                <c:pt idx="1491">
                  <c:v>3.9</c:v>
                </c:pt>
                <c:pt idx="1492">
                  <c:v>4</c:v>
                </c:pt>
                <c:pt idx="1493">
                  <c:v>1</c:v>
                </c:pt>
                <c:pt idx="1494">
                  <c:v>3.7</c:v>
                </c:pt>
                <c:pt idx="1495">
                  <c:v>4</c:v>
                </c:pt>
                <c:pt idx="1496">
                  <c:v>3.8333333333333335</c:v>
                </c:pt>
                <c:pt idx="1497">
                  <c:v>4.5999999999999996</c:v>
                </c:pt>
                <c:pt idx="1498">
                  <c:v>4.4000000000000004</c:v>
                </c:pt>
                <c:pt idx="1499">
                  <c:v>3.9</c:v>
                </c:pt>
                <c:pt idx="1500">
                  <c:v>4.3</c:v>
                </c:pt>
                <c:pt idx="1501">
                  <c:v>3.6</c:v>
                </c:pt>
                <c:pt idx="1502">
                  <c:v>3.4000000000000004</c:v>
                </c:pt>
                <c:pt idx="1503">
                  <c:v>3.8</c:v>
                </c:pt>
                <c:pt idx="1504">
                  <c:v>3.9</c:v>
                </c:pt>
                <c:pt idx="1505">
                  <c:v>4.3</c:v>
                </c:pt>
                <c:pt idx="1506">
                  <c:v>3.9</c:v>
                </c:pt>
                <c:pt idx="1507">
                  <c:v>4.2</c:v>
                </c:pt>
                <c:pt idx="1508">
                  <c:v>2.0499999999999998</c:v>
                </c:pt>
                <c:pt idx="1509">
                  <c:v>1</c:v>
                </c:pt>
                <c:pt idx="1510">
                  <c:v>3.8</c:v>
                </c:pt>
                <c:pt idx="1511">
                  <c:v>2.4</c:v>
                </c:pt>
                <c:pt idx="1512">
                  <c:v>2.7</c:v>
                </c:pt>
                <c:pt idx="1513">
                  <c:v>2.6</c:v>
                </c:pt>
                <c:pt idx="1514">
                  <c:v>3.0083832335329341</c:v>
                </c:pt>
                <c:pt idx="1515">
                  <c:v>1</c:v>
                </c:pt>
                <c:pt idx="1516">
                  <c:v>3.9</c:v>
                </c:pt>
                <c:pt idx="1517">
                  <c:v>2.1</c:v>
                </c:pt>
                <c:pt idx="1518">
                  <c:v>3.5750000000000002</c:v>
                </c:pt>
                <c:pt idx="1519">
                  <c:v>3.5</c:v>
                </c:pt>
                <c:pt idx="1520">
                  <c:v>2.736040609137055</c:v>
                </c:pt>
                <c:pt idx="1521">
                  <c:v>3.7</c:v>
                </c:pt>
                <c:pt idx="1522">
                  <c:v>3.7666666666666671</c:v>
                </c:pt>
                <c:pt idx="1523">
                  <c:v>2.8</c:v>
                </c:pt>
                <c:pt idx="1524">
                  <c:v>2.7124999999999999</c:v>
                </c:pt>
                <c:pt idx="1525">
                  <c:v>3.55</c:v>
                </c:pt>
                <c:pt idx="1526">
                  <c:v>3.7</c:v>
                </c:pt>
                <c:pt idx="1527">
                  <c:v>2.9</c:v>
                </c:pt>
                <c:pt idx="1528">
                  <c:v>3.1999999999999997</c:v>
                </c:pt>
                <c:pt idx="1529">
                  <c:v>3.7600000000000002</c:v>
                </c:pt>
                <c:pt idx="1530">
                  <c:v>2.1</c:v>
                </c:pt>
                <c:pt idx="1531">
                  <c:v>3.7</c:v>
                </c:pt>
                <c:pt idx="1532">
                  <c:v>2.9</c:v>
                </c:pt>
                <c:pt idx="1533">
                  <c:v>3.3</c:v>
                </c:pt>
                <c:pt idx="1534">
                  <c:v>3.3</c:v>
                </c:pt>
                <c:pt idx="1535">
                  <c:v>3.5</c:v>
                </c:pt>
                <c:pt idx="1536">
                  <c:v>3.5</c:v>
                </c:pt>
                <c:pt idx="1537">
                  <c:v>3.8</c:v>
                </c:pt>
                <c:pt idx="1538">
                  <c:v>4</c:v>
                </c:pt>
                <c:pt idx="1539">
                  <c:v>4.0999999999999996</c:v>
                </c:pt>
                <c:pt idx="1540">
                  <c:v>1</c:v>
                </c:pt>
                <c:pt idx="1541">
                  <c:v>1</c:v>
                </c:pt>
                <c:pt idx="1542">
                  <c:v>2.5499999999999998</c:v>
                </c:pt>
                <c:pt idx="1543">
                  <c:v>2.15</c:v>
                </c:pt>
                <c:pt idx="1544">
                  <c:v>3.1</c:v>
                </c:pt>
                <c:pt idx="1545">
                  <c:v>3.6</c:v>
                </c:pt>
                <c:pt idx="1546">
                  <c:v>4.2</c:v>
                </c:pt>
                <c:pt idx="1547">
                  <c:v>2.8499999999999996</c:v>
                </c:pt>
                <c:pt idx="1548">
                  <c:v>4</c:v>
                </c:pt>
                <c:pt idx="1549">
                  <c:v>1</c:v>
                </c:pt>
                <c:pt idx="1550">
                  <c:v>1</c:v>
                </c:pt>
                <c:pt idx="1551">
                  <c:v>3.3</c:v>
                </c:pt>
                <c:pt idx="1552">
                  <c:v>3.4</c:v>
                </c:pt>
                <c:pt idx="1553">
                  <c:v>3.8</c:v>
                </c:pt>
                <c:pt idx="1554">
                  <c:v>2.0399999999999996</c:v>
                </c:pt>
                <c:pt idx="1555">
                  <c:v>3.6</c:v>
                </c:pt>
                <c:pt idx="1556">
                  <c:v>1</c:v>
                </c:pt>
                <c:pt idx="1557">
                  <c:v>1</c:v>
                </c:pt>
                <c:pt idx="1558">
                  <c:v>4.5</c:v>
                </c:pt>
                <c:pt idx="1559">
                  <c:v>2.3130434782608695</c:v>
                </c:pt>
                <c:pt idx="1560">
                  <c:v>2.6923076923076925</c:v>
                </c:pt>
                <c:pt idx="1561">
                  <c:v>1</c:v>
                </c:pt>
                <c:pt idx="1562">
                  <c:v>3.0999999999999996</c:v>
                </c:pt>
                <c:pt idx="1563">
                  <c:v>1</c:v>
                </c:pt>
                <c:pt idx="1564">
                  <c:v>2.7000000000000006</c:v>
                </c:pt>
                <c:pt idx="1565">
                  <c:v>3.1</c:v>
                </c:pt>
                <c:pt idx="1566">
                  <c:v>2.4</c:v>
                </c:pt>
                <c:pt idx="1567">
                  <c:v>3.05</c:v>
                </c:pt>
                <c:pt idx="1568">
                  <c:v>2.6</c:v>
                </c:pt>
                <c:pt idx="1569">
                  <c:v>2.4</c:v>
                </c:pt>
                <c:pt idx="1570">
                  <c:v>3.5285714285714289</c:v>
                </c:pt>
                <c:pt idx="1571">
                  <c:v>3.0999999999999996</c:v>
                </c:pt>
                <c:pt idx="1572">
                  <c:v>3</c:v>
                </c:pt>
                <c:pt idx="1573">
                  <c:v>2.8777777777777778</c:v>
                </c:pt>
                <c:pt idx="1574">
                  <c:v>3.2374999999999994</c:v>
                </c:pt>
                <c:pt idx="1575">
                  <c:v>3.2</c:v>
                </c:pt>
                <c:pt idx="1576">
                  <c:v>2.8</c:v>
                </c:pt>
                <c:pt idx="1577">
                  <c:v>3.4</c:v>
                </c:pt>
                <c:pt idx="1578">
                  <c:v>2.85</c:v>
                </c:pt>
                <c:pt idx="1579">
                  <c:v>3.4</c:v>
                </c:pt>
                <c:pt idx="1580">
                  <c:v>1</c:v>
                </c:pt>
                <c:pt idx="1581">
                  <c:v>3.3</c:v>
                </c:pt>
                <c:pt idx="1582">
                  <c:v>1</c:v>
                </c:pt>
                <c:pt idx="1583">
                  <c:v>2.9333333333333336</c:v>
                </c:pt>
                <c:pt idx="1584">
                  <c:v>2.8333333333333335</c:v>
                </c:pt>
                <c:pt idx="1585">
                  <c:v>4.25</c:v>
                </c:pt>
                <c:pt idx="1586">
                  <c:v>2.1</c:v>
                </c:pt>
                <c:pt idx="1587">
                  <c:v>2.5</c:v>
                </c:pt>
                <c:pt idx="1588">
                  <c:v>3.1749999999999998</c:v>
                </c:pt>
                <c:pt idx="1589">
                  <c:v>3.9</c:v>
                </c:pt>
                <c:pt idx="1590">
                  <c:v>2.877272727272727</c:v>
                </c:pt>
                <c:pt idx="1591">
                  <c:v>3.8</c:v>
                </c:pt>
                <c:pt idx="1592">
                  <c:v>3.2</c:v>
                </c:pt>
                <c:pt idx="1593">
                  <c:v>2.5</c:v>
                </c:pt>
                <c:pt idx="1594">
                  <c:v>3.6</c:v>
                </c:pt>
                <c:pt idx="1595">
                  <c:v>2.4333333333333331</c:v>
                </c:pt>
                <c:pt idx="1596">
                  <c:v>3</c:v>
                </c:pt>
                <c:pt idx="1597">
                  <c:v>2.1800000000000002</c:v>
                </c:pt>
                <c:pt idx="1598">
                  <c:v>3.5</c:v>
                </c:pt>
                <c:pt idx="1599">
                  <c:v>2.8</c:v>
                </c:pt>
                <c:pt idx="1600">
                  <c:v>3.3</c:v>
                </c:pt>
                <c:pt idx="1601">
                  <c:v>3.95</c:v>
                </c:pt>
                <c:pt idx="1602">
                  <c:v>3.5</c:v>
                </c:pt>
                <c:pt idx="1603">
                  <c:v>3.7</c:v>
                </c:pt>
                <c:pt idx="1604">
                  <c:v>3.25</c:v>
                </c:pt>
                <c:pt idx="1605">
                  <c:v>4</c:v>
                </c:pt>
                <c:pt idx="1606">
                  <c:v>4</c:v>
                </c:pt>
                <c:pt idx="1607">
                  <c:v>4.0999999999999996</c:v>
                </c:pt>
                <c:pt idx="1608">
                  <c:v>3.9</c:v>
                </c:pt>
                <c:pt idx="1609">
                  <c:v>3.9</c:v>
                </c:pt>
                <c:pt idx="1610">
                  <c:v>4.2</c:v>
                </c:pt>
                <c:pt idx="1611">
                  <c:v>3.95</c:v>
                </c:pt>
                <c:pt idx="1612">
                  <c:v>4.0666666666666664</c:v>
                </c:pt>
                <c:pt idx="1613">
                  <c:v>4.2</c:v>
                </c:pt>
                <c:pt idx="1614">
                  <c:v>3.4</c:v>
                </c:pt>
                <c:pt idx="1615">
                  <c:v>4</c:v>
                </c:pt>
                <c:pt idx="1616">
                  <c:v>4.5999999999999996</c:v>
                </c:pt>
                <c:pt idx="1617">
                  <c:v>3.6</c:v>
                </c:pt>
                <c:pt idx="1618">
                  <c:v>2.566037735849056</c:v>
                </c:pt>
                <c:pt idx="1619">
                  <c:v>4.0333333333333332</c:v>
                </c:pt>
                <c:pt idx="1620">
                  <c:v>3.7</c:v>
                </c:pt>
                <c:pt idx="1621">
                  <c:v>1</c:v>
                </c:pt>
                <c:pt idx="1622">
                  <c:v>4.4999999999999991</c:v>
                </c:pt>
                <c:pt idx="1623">
                  <c:v>3.7</c:v>
                </c:pt>
                <c:pt idx="1624">
                  <c:v>3.3</c:v>
                </c:pt>
                <c:pt idx="1625">
                  <c:v>3.1</c:v>
                </c:pt>
                <c:pt idx="1626">
                  <c:v>2.7664122137404581</c:v>
                </c:pt>
                <c:pt idx="1627">
                  <c:v>1</c:v>
                </c:pt>
                <c:pt idx="1628">
                  <c:v>3.4</c:v>
                </c:pt>
                <c:pt idx="1629">
                  <c:v>3.7</c:v>
                </c:pt>
                <c:pt idx="1630">
                  <c:v>1</c:v>
                </c:pt>
                <c:pt idx="1631">
                  <c:v>3.668421052631579</c:v>
                </c:pt>
                <c:pt idx="1632">
                  <c:v>4.3</c:v>
                </c:pt>
                <c:pt idx="1633">
                  <c:v>3.9</c:v>
                </c:pt>
                <c:pt idx="1634">
                  <c:v>3.6</c:v>
                </c:pt>
                <c:pt idx="1635">
                  <c:v>4</c:v>
                </c:pt>
                <c:pt idx="1636">
                  <c:v>3.5</c:v>
                </c:pt>
                <c:pt idx="1637">
                  <c:v>3.4</c:v>
                </c:pt>
                <c:pt idx="1638">
                  <c:v>3.4</c:v>
                </c:pt>
                <c:pt idx="1639">
                  <c:v>4.1399999999999997</c:v>
                </c:pt>
                <c:pt idx="1640">
                  <c:v>3.8</c:v>
                </c:pt>
                <c:pt idx="1641">
                  <c:v>4</c:v>
                </c:pt>
                <c:pt idx="1642">
                  <c:v>3.125</c:v>
                </c:pt>
                <c:pt idx="1643">
                  <c:v>4</c:v>
                </c:pt>
                <c:pt idx="1644">
                  <c:v>4.4000000000000004</c:v>
                </c:pt>
                <c:pt idx="1645">
                  <c:v>3.3499999999999996</c:v>
                </c:pt>
                <c:pt idx="1646">
                  <c:v>3.6</c:v>
                </c:pt>
                <c:pt idx="1647">
                  <c:v>3.4</c:v>
                </c:pt>
                <c:pt idx="1648">
                  <c:v>4.5999999999999996</c:v>
                </c:pt>
                <c:pt idx="1649">
                  <c:v>1</c:v>
                </c:pt>
                <c:pt idx="1650">
                  <c:v>2.2204545454545452</c:v>
                </c:pt>
                <c:pt idx="1651">
                  <c:v>2.2999999999999998</c:v>
                </c:pt>
                <c:pt idx="1652">
                  <c:v>1.5333333333333332</c:v>
                </c:pt>
                <c:pt idx="1653">
                  <c:v>1</c:v>
                </c:pt>
                <c:pt idx="1654">
                  <c:v>3.7</c:v>
                </c:pt>
                <c:pt idx="1655">
                  <c:v>2.8571428571428572</c:v>
                </c:pt>
                <c:pt idx="1656">
                  <c:v>1</c:v>
                </c:pt>
                <c:pt idx="1657">
                  <c:v>3.85</c:v>
                </c:pt>
                <c:pt idx="1658">
                  <c:v>4.2</c:v>
                </c:pt>
                <c:pt idx="1659">
                  <c:v>4.2</c:v>
                </c:pt>
                <c:pt idx="1660">
                  <c:v>4.0999999999999996</c:v>
                </c:pt>
                <c:pt idx="1661">
                  <c:v>3.1</c:v>
                </c:pt>
                <c:pt idx="1662">
                  <c:v>4.0999999999999996</c:v>
                </c:pt>
                <c:pt idx="1663">
                  <c:v>4.6500000000000004</c:v>
                </c:pt>
                <c:pt idx="1664">
                  <c:v>4.5</c:v>
                </c:pt>
                <c:pt idx="1665">
                  <c:v>3.6</c:v>
                </c:pt>
                <c:pt idx="1666">
                  <c:v>4.7</c:v>
                </c:pt>
                <c:pt idx="1667">
                  <c:v>4.1142857142857139</c:v>
                </c:pt>
                <c:pt idx="1668">
                  <c:v>3.8</c:v>
                </c:pt>
                <c:pt idx="1669">
                  <c:v>3.6</c:v>
                </c:pt>
                <c:pt idx="1670">
                  <c:v>4.7</c:v>
                </c:pt>
                <c:pt idx="1671">
                  <c:v>4.4000000000000004</c:v>
                </c:pt>
                <c:pt idx="1672">
                  <c:v>3.8</c:v>
                </c:pt>
                <c:pt idx="1673">
                  <c:v>4</c:v>
                </c:pt>
                <c:pt idx="1674">
                  <c:v>4.2</c:v>
                </c:pt>
                <c:pt idx="1675">
                  <c:v>3.7</c:v>
                </c:pt>
                <c:pt idx="1676">
                  <c:v>3.9</c:v>
                </c:pt>
                <c:pt idx="1677">
                  <c:v>4</c:v>
                </c:pt>
                <c:pt idx="1678">
                  <c:v>3.7</c:v>
                </c:pt>
                <c:pt idx="1679">
                  <c:v>4.7</c:v>
                </c:pt>
                <c:pt idx="1680">
                  <c:v>3.8</c:v>
                </c:pt>
                <c:pt idx="1681">
                  <c:v>4.2</c:v>
                </c:pt>
                <c:pt idx="1682">
                  <c:v>4.5999999999999996</c:v>
                </c:pt>
                <c:pt idx="1683">
                  <c:v>3.95</c:v>
                </c:pt>
                <c:pt idx="1684">
                  <c:v>4.4000000000000004</c:v>
                </c:pt>
                <c:pt idx="1685">
                  <c:v>4.4499999999999993</c:v>
                </c:pt>
                <c:pt idx="1686">
                  <c:v>3.7</c:v>
                </c:pt>
                <c:pt idx="1687">
                  <c:v>1</c:v>
                </c:pt>
                <c:pt idx="1688">
                  <c:v>3.9</c:v>
                </c:pt>
                <c:pt idx="1689">
                  <c:v>4.2</c:v>
                </c:pt>
                <c:pt idx="1690">
                  <c:v>3.9</c:v>
                </c:pt>
                <c:pt idx="1691">
                  <c:v>4</c:v>
                </c:pt>
                <c:pt idx="1692">
                  <c:v>4.2</c:v>
                </c:pt>
                <c:pt idx="1693">
                  <c:v>4.1500000000000004</c:v>
                </c:pt>
                <c:pt idx="1694">
                  <c:v>3.8</c:v>
                </c:pt>
                <c:pt idx="1695">
                  <c:v>3.7</c:v>
                </c:pt>
                <c:pt idx="1696">
                  <c:v>3.1</c:v>
                </c:pt>
                <c:pt idx="1697">
                  <c:v>3</c:v>
                </c:pt>
                <c:pt idx="1698">
                  <c:v>3.5</c:v>
                </c:pt>
                <c:pt idx="1699">
                  <c:v>2.6473214285714284</c:v>
                </c:pt>
                <c:pt idx="1700">
                  <c:v>4.2</c:v>
                </c:pt>
                <c:pt idx="1701">
                  <c:v>2.1666666666666665</c:v>
                </c:pt>
                <c:pt idx="1702">
                  <c:v>3.5</c:v>
                </c:pt>
                <c:pt idx="1703">
                  <c:v>3.9</c:v>
                </c:pt>
                <c:pt idx="1704">
                  <c:v>3.4</c:v>
                </c:pt>
                <c:pt idx="1705">
                  <c:v>2.632352941176471</c:v>
                </c:pt>
                <c:pt idx="1706">
                  <c:v>1</c:v>
                </c:pt>
                <c:pt idx="1707">
                  <c:v>4.0999999999999996</c:v>
                </c:pt>
                <c:pt idx="1708">
                  <c:v>1.6333333333333335</c:v>
                </c:pt>
                <c:pt idx="1709">
                  <c:v>2.8</c:v>
                </c:pt>
                <c:pt idx="1710">
                  <c:v>1</c:v>
                </c:pt>
                <c:pt idx="1711">
                  <c:v>1</c:v>
                </c:pt>
                <c:pt idx="1712">
                  <c:v>2.6749999999999998</c:v>
                </c:pt>
                <c:pt idx="1713">
                  <c:v>3.3</c:v>
                </c:pt>
                <c:pt idx="1714">
                  <c:v>4.0999999999999996</c:v>
                </c:pt>
                <c:pt idx="1715">
                  <c:v>3.7</c:v>
                </c:pt>
                <c:pt idx="1716">
                  <c:v>3.0111111111111111</c:v>
                </c:pt>
                <c:pt idx="1717">
                  <c:v>1.95</c:v>
                </c:pt>
                <c:pt idx="1718">
                  <c:v>1</c:v>
                </c:pt>
                <c:pt idx="1719">
                  <c:v>3.1</c:v>
                </c:pt>
                <c:pt idx="1720">
                  <c:v>3.5999999999999996</c:v>
                </c:pt>
                <c:pt idx="1721">
                  <c:v>1</c:v>
                </c:pt>
                <c:pt idx="1722">
                  <c:v>3.0421052631578949</c:v>
                </c:pt>
                <c:pt idx="1723">
                  <c:v>2.9595238095238097</c:v>
                </c:pt>
                <c:pt idx="1724">
                  <c:v>3.5</c:v>
                </c:pt>
                <c:pt idx="1725">
                  <c:v>3.3499999999999996</c:v>
                </c:pt>
                <c:pt idx="1726">
                  <c:v>3.5</c:v>
                </c:pt>
                <c:pt idx="1727">
                  <c:v>3.1</c:v>
                </c:pt>
                <c:pt idx="1728">
                  <c:v>2.8</c:v>
                </c:pt>
                <c:pt idx="1729">
                  <c:v>2.8</c:v>
                </c:pt>
                <c:pt idx="1730">
                  <c:v>3</c:v>
                </c:pt>
                <c:pt idx="1731">
                  <c:v>3.5</c:v>
                </c:pt>
                <c:pt idx="1732">
                  <c:v>1</c:v>
                </c:pt>
                <c:pt idx="1733">
                  <c:v>4</c:v>
                </c:pt>
                <c:pt idx="1734">
                  <c:v>1</c:v>
                </c:pt>
                <c:pt idx="1735">
                  <c:v>1</c:v>
                </c:pt>
                <c:pt idx="1736">
                  <c:v>3</c:v>
                </c:pt>
                <c:pt idx="1737">
                  <c:v>2.25</c:v>
                </c:pt>
                <c:pt idx="1738">
                  <c:v>3.9749999999999996</c:v>
                </c:pt>
                <c:pt idx="1739">
                  <c:v>3.6</c:v>
                </c:pt>
                <c:pt idx="1740">
                  <c:v>4.3</c:v>
                </c:pt>
                <c:pt idx="1741">
                  <c:v>4.0666666666666673</c:v>
                </c:pt>
                <c:pt idx="1742">
                  <c:v>4</c:v>
                </c:pt>
                <c:pt idx="1743">
                  <c:v>4.1857142857142859</c:v>
                </c:pt>
                <c:pt idx="1744">
                  <c:v>3.8</c:v>
                </c:pt>
                <c:pt idx="1745">
                  <c:v>4.4000000000000004</c:v>
                </c:pt>
                <c:pt idx="1746">
                  <c:v>4.2</c:v>
                </c:pt>
                <c:pt idx="1747">
                  <c:v>4.4000000000000004</c:v>
                </c:pt>
                <c:pt idx="1748">
                  <c:v>3.5</c:v>
                </c:pt>
                <c:pt idx="1749">
                  <c:v>2.5241610738255038</c:v>
                </c:pt>
                <c:pt idx="1750">
                  <c:v>2.9</c:v>
                </c:pt>
                <c:pt idx="1751">
                  <c:v>3.5</c:v>
                </c:pt>
                <c:pt idx="1752">
                  <c:v>4.4000000000000004</c:v>
                </c:pt>
                <c:pt idx="1753">
                  <c:v>4</c:v>
                </c:pt>
                <c:pt idx="1754">
                  <c:v>1.3833333333333335</c:v>
                </c:pt>
                <c:pt idx="1755">
                  <c:v>3.3</c:v>
                </c:pt>
                <c:pt idx="1756">
                  <c:v>2.2999999999999998</c:v>
                </c:pt>
                <c:pt idx="1757">
                  <c:v>3.4</c:v>
                </c:pt>
                <c:pt idx="1758">
                  <c:v>3.9</c:v>
                </c:pt>
                <c:pt idx="1759">
                  <c:v>3.9</c:v>
                </c:pt>
                <c:pt idx="1760">
                  <c:v>2.8666666666666671</c:v>
                </c:pt>
                <c:pt idx="1761">
                  <c:v>1.822222222222222</c:v>
                </c:pt>
                <c:pt idx="1762">
                  <c:v>3.1</c:v>
                </c:pt>
                <c:pt idx="1763">
                  <c:v>3.7</c:v>
                </c:pt>
                <c:pt idx="1764">
                  <c:v>3.8</c:v>
                </c:pt>
                <c:pt idx="1765">
                  <c:v>2.3555555555555556</c:v>
                </c:pt>
                <c:pt idx="1766">
                  <c:v>1</c:v>
                </c:pt>
                <c:pt idx="1767">
                  <c:v>2.5</c:v>
                </c:pt>
                <c:pt idx="1768">
                  <c:v>3.3</c:v>
                </c:pt>
                <c:pt idx="1769">
                  <c:v>2.875</c:v>
                </c:pt>
                <c:pt idx="1770">
                  <c:v>3.9</c:v>
                </c:pt>
                <c:pt idx="1771">
                  <c:v>3.3</c:v>
                </c:pt>
                <c:pt idx="1772">
                  <c:v>2.9</c:v>
                </c:pt>
                <c:pt idx="1773">
                  <c:v>3.1</c:v>
                </c:pt>
                <c:pt idx="1774">
                  <c:v>3.8</c:v>
                </c:pt>
                <c:pt idx="1775">
                  <c:v>3.4666666666666668</c:v>
                </c:pt>
                <c:pt idx="1776">
                  <c:v>3.4666666666666663</c:v>
                </c:pt>
                <c:pt idx="1777">
                  <c:v>2.7</c:v>
                </c:pt>
                <c:pt idx="1778">
                  <c:v>2.6399999999999997</c:v>
                </c:pt>
                <c:pt idx="1779">
                  <c:v>4.9000000000000004</c:v>
                </c:pt>
                <c:pt idx="1780">
                  <c:v>3.9000000000000004</c:v>
                </c:pt>
                <c:pt idx="1781">
                  <c:v>3.6333333333333333</c:v>
                </c:pt>
                <c:pt idx="1782">
                  <c:v>4.2</c:v>
                </c:pt>
                <c:pt idx="1783">
                  <c:v>3.8</c:v>
                </c:pt>
                <c:pt idx="1784">
                  <c:v>4</c:v>
                </c:pt>
                <c:pt idx="1785">
                  <c:v>4.5</c:v>
                </c:pt>
                <c:pt idx="1786">
                  <c:v>4</c:v>
                </c:pt>
                <c:pt idx="1787">
                  <c:v>4.6500000000000004</c:v>
                </c:pt>
                <c:pt idx="1788">
                  <c:v>4.4000000000000004</c:v>
                </c:pt>
                <c:pt idx="1789">
                  <c:v>1.4000000000000001</c:v>
                </c:pt>
                <c:pt idx="1790">
                  <c:v>1</c:v>
                </c:pt>
                <c:pt idx="1791">
                  <c:v>4.0999999999999996</c:v>
                </c:pt>
                <c:pt idx="1792">
                  <c:v>2.2749999999999999</c:v>
                </c:pt>
                <c:pt idx="1793">
                  <c:v>3.5</c:v>
                </c:pt>
                <c:pt idx="1794">
                  <c:v>4</c:v>
                </c:pt>
                <c:pt idx="1795">
                  <c:v>4.0999999999999996</c:v>
                </c:pt>
                <c:pt idx="1796">
                  <c:v>4.05</c:v>
                </c:pt>
                <c:pt idx="1797">
                  <c:v>3.4666666666666668</c:v>
                </c:pt>
                <c:pt idx="1798">
                  <c:v>3.8</c:v>
                </c:pt>
                <c:pt idx="1799">
                  <c:v>3.8</c:v>
                </c:pt>
                <c:pt idx="1800">
                  <c:v>3.7</c:v>
                </c:pt>
                <c:pt idx="1801">
                  <c:v>3.9</c:v>
                </c:pt>
                <c:pt idx="1802">
                  <c:v>3.1</c:v>
                </c:pt>
                <c:pt idx="1803">
                  <c:v>4.5</c:v>
                </c:pt>
                <c:pt idx="1804">
                  <c:v>3.6</c:v>
                </c:pt>
                <c:pt idx="1805">
                  <c:v>4.4000000000000004</c:v>
                </c:pt>
                <c:pt idx="1806">
                  <c:v>1</c:v>
                </c:pt>
                <c:pt idx="1807">
                  <c:v>2.4692307692307693</c:v>
                </c:pt>
                <c:pt idx="1808">
                  <c:v>1</c:v>
                </c:pt>
                <c:pt idx="1809">
                  <c:v>2.6</c:v>
                </c:pt>
                <c:pt idx="1810">
                  <c:v>3.6500000000000004</c:v>
                </c:pt>
                <c:pt idx="1811">
                  <c:v>1</c:v>
                </c:pt>
                <c:pt idx="1812">
                  <c:v>1</c:v>
                </c:pt>
                <c:pt idx="1813">
                  <c:v>3.4</c:v>
                </c:pt>
                <c:pt idx="1814">
                  <c:v>4.3</c:v>
                </c:pt>
                <c:pt idx="1815">
                  <c:v>4.3</c:v>
                </c:pt>
                <c:pt idx="1816">
                  <c:v>1</c:v>
                </c:pt>
                <c:pt idx="1817">
                  <c:v>4.3</c:v>
                </c:pt>
                <c:pt idx="1818">
                  <c:v>4.05</c:v>
                </c:pt>
                <c:pt idx="1819">
                  <c:v>4.3</c:v>
                </c:pt>
                <c:pt idx="1820">
                  <c:v>4.2</c:v>
                </c:pt>
                <c:pt idx="1821">
                  <c:v>3.2</c:v>
                </c:pt>
                <c:pt idx="1822">
                  <c:v>4.9000000000000004</c:v>
                </c:pt>
                <c:pt idx="1823">
                  <c:v>4.4000000000000004</c:v>
                </c:pt>
                <c:pt idx="1824">
                  <c:v>4.2</c:v>
                </c:pt>
                <c:pt idx="1825">
                  <c:v>3.8666666666666663</c:v>
                </c:pt>
                <c:pt idx="1826">
                  <c:v>2.8912679300596853</c:v>
                </c:pt>
              </c:numCache>
            </c:numRef>
          </c:xVal>
          <c:yVal>
            <c:numRef>
              <c:f>'Q-8 I Subjective'!$L$8:$L$1834</c:f>
              <c:numCache>
                <c:formatCode>[$₹-4009]\ #,##0</c:formatCode>
                <c:ptCount val="1827"/>
                <c:pt idx="0">
                  <c:v>512.5</c:v>
                </c:pt>
                <c:pt idx="1">
                  <c:v>500</c:v>
                </c:pt>
                <c:pt idx="2">
                  <c:v>900</c:v>
                </c:pt>
                <c:pt idx="3">
                  <c:v>500</c:v>
                </c:pt>
                <c:pt idx="4">
                  <c:v>2331</c:v>
                </c:pt>
                <c:pt idx="5">
                  <c:v>3867.2000000000003</c:v>
                </c:pt>
                <c:pt idx="6">
                  <c:v>2884.0887096774195</c:v>
                </c:pt>
                <c:pt idx="7">
                  <c:v>3550.4</c:v>
                </c:pt>
                <c:pt idx="8">
                  <c:v>2000</c:v>
                </c:pt>
                <c:pt idx="9">
                  <c:v>12006</c:v>
                </c:pt>
                <c:pt idx="10">
                  <c:v>500</c:v>
                </c:pt>
                <c:pt idx="11">
                  <c:v>4438</c:v>
                </c:pt>
                <c:pt idx="12">
                  <c:v>1886.15</c:v>
                </c:pt>
                <c:pt idx="13">
                  <c:v>2219</c:v>
                </c:pt>
                <c:pt idx="14">
                  <c:v>2219</c:v>
                </c:pt>
                <c:pt idx="15">
                  <c:v>1553.3</c:v>
                </c:pt>
                <c:pt idx="16">
                  <c:v>2219</c:v>
                </c:pt>
                <c:pt idx="17">
                  <c:v>3106.6000000000004</c:v>
                </c:pt>
                <c:pt idx="18">
                  <c:v>2219</c:v>
                </c:pt>
                <c:pt idx="19">
                  <c:v>1553.3</c:v>
                </c:pt>
                <c:pt idx="20">
                  <c:v>2662.8</c:v>
                </c:pt>
                <c:pt idx="21">
                  <c:v>1902</c:v>
                </c:pt>
                <c:pt idx="22">
                  <c:v>1775.2</c:v>
                </c:pt>
                <c:pt idx="23">
                  <c:v>887.6</c:v>
                </c:pt>
                <c:pt idx="24">
                  <c:v>887.6</c:v>
                </c:pt>
                <c:pt idx="25">
                  <c:v>887.6</c:v>
                </c:pt>
                <c:pt idx="26">
                  <c:v>2219</c:v>
                </c:pt>
                <c:pt idx="27">
                  <c:v>2219</c:v>
                </c:pt>
                <c:pt idx="28">
                  <c:v>1700</c:v>
                </c:pt>
                <c:pt idx="29">
                  <c:v>2665.9769230769234</c:v>
                </c:pt>
                <c:pt idx="30">
                  <c:v>800</c:v>
                </c:pt>
                <c:pt idx="31">
                  <c:v>2219</c:v>
                </c:pt>
                <c:pt idx="32">
                  <c:v>500</c:v>
                </c:pt>
                <c:pt idx="33">
                  <c:v>5946.5</c:v>
                </c:pt>
                <c:pt idx="34">
                  <c:v>2219</c:v>
                </c:pt>
                <c:pt idx="35">
                  <c:v>1553.3</c:v>
                </c:pt>
                <c:pt idx="36">
                  <c:v>1600</c:v>
                </c:pt>
                <c:pt idx="37">
                  <c:v>3550.4</c:v>
                </c:pt>
                <c:pt idx="38">
                  <c:v>580</c:v>
                </c:pt>
                <c:pt idx="39">
                  <c:v>500</c:v>
                </c:pt>
                <c:pt idx="40">
                  <c:v>2219</c:v>
                </c:pt>
                <c:pt idx="41">
                  <c:v>2219</c:v>
                </c:pt>
                <c:pt idx="42">
                  <c:v>1000</c:v>
                </c:pt>
                <c:pt idx="43">
                  <c:v>2000</c:v>
                </c:pt>
                <c:pt idx="44">
                  <c:v>2000</c:v>
                </c:pt>
                <c:pt idx="45">
                  <c:v>1500</c:v>
                </c:pt>
                <c:pt idx="46">
                  <c:v>1200</c:v>
                </c:pt>
                <c:pt idx="47">
                  <c:v>5679.9500000000007</c:v>
                </c:pt>
                <c:pt idx="48">
                  <c:v>887.6</c:v>
                </c:pt>
                <c:pt idx="49">
                  <c:v>6213.2000000000007</c:v>
                </c:pt>
                <c:pt idx="50">
                  <c:v>887.6</c:v>
                </c:pt>
                <c:pt idx="51">
                  <c:v>2100</c:v>
                </c:pt>
                <c:pt idx="52">
                  <c:v>1800</c:v>
                </c:pt>
                <c:pt idx="53">
                  <c:v>2219</c:v>
                </c:pt>
                <c:pt idx="54">
                  <c:v>689.38</c:v>
                </c:pt>
                <c:pt idx="55">
                  <c:v>500</c:v>
                </c:pt>
                <c:pt idx="56">
                  <c:v>500</c:v>
                </c:pt>
                <c:pt idx="57">
                  <c:v>3567.9</c:v>
                </c:pt>
                <c:pt idx="58">
                  <c:v>500</c:v>
                </c:pt>
                <c:pt idx="59">
                  <c:v>869.99999999999989</c:v>
                </c:pt>
                <c:pt idx="60">
                  <c:v>2650</c:v>
                </c:pt>
                <c:pt idx="61">
                  <c:v>6213.2000000000007</c:v>
                </c:pt>
                <c:pt idx="62">
                  <c:v>2219</c:v>
                </c:pt>
                <c:pt idx="63">
                  <c:v>2219</c:v>
                </c:pt>
                <c:pt idx="64">
                  <c:v>2491.5</c:v>
                </c:pt>
                <c:pt idx="65">
                  <c:v>887.6</c:v>
                </c:pt>
                <c:pt idx="66">
                  <c:v>6003</c:v>
                </c:pt>
                <c:pt idx="67">
                  <c:v>3550.4</c:v>
                </c:pt>
                <c:pt idx="68">
                  <c:v>3550.4</c:v>
                </c:pt>
                <c:pt idx="69">
                  <c:v>2266.44</c:v>
                </c:pt>
                <c:pt idx="70">
                  <c:v>1000</c:v>
                </c:pt>
                <c:pt idx="71">
                  <c:v>500</c:v>
                </c:pt>
                <c:pt idx="72">
                  <c:v>1750</c:v>
                </c:pt>
                <c:pt idx="73">
                  <c:v>900</c:v>
                </c:pt>
                <c:pt idx="74">
                  <c:v>1350</c:v>
                </c:pt>
                <c:pt idx="75">
                  <c:v>500</c:v>
                </c:pt>
                <c:pt idx="76">
                  <c:v>2000</c:v>
                </c:pt>
                <c:pt idx="77">
                  <c:v>1550</c:v>
                </c:pt>
                <c:pt idx="78">
                  <c:v>2219</c:v>
                </c:pt>
                <c:pt idx="79">
                  <c:v>2884.7</c:v>
                </c:pt>
                <c:pt idx="80">
                  <c:v>7100.8</c:v>
                </c:pt>
                <c:pt idx="81">
                  <c:v>2219</c:v>
                </c:pt>
                <c:pt idx="82">
                  <c:v>3550.4</c:v>
                </c:pt>
                <c:pt idx="83">
                  <c:v>5158.2333333333336</c:v>
                </c:pt>
                <c:pt idx="84">
                  <c:v>6042.5</c:v>
                </c:pt>
                <c:pt idx="85">
                  <c:v>1800</c:v>
                </c:pt>
                <c:pt idx="86">
                  <c:v>6042.5</c:v>
                </c:pt>
                <c:pt idx="87">
                  <c:v>1800</c:v>
                </c:pt>
                <c:pt idx="88">
                  <c:v>1500</c:v>
                </c:pt>
                <c:pt idx="89">
                  <c:v>2219</c:v>
                </c:pt>
                <c:pt idx="90">
                  <c:v>2514.8666666666668</c:v>
                </c:pt>
                <c:pt idx="91">
                  <c:v>3106.6000000000004</c:v>
                </c:pt>
                <c:pt idx="92">
                  <c:v>2219</c:v>
                </c:pt>
                <c:pt idx="93">
                  <c:v>2219</c:v>
                </c:pt>
                <c:pt idx="94">
                  <c:v>3550.4</c:v>
                </c:pt>
                <c:pt idx="95">
                  <c:v>2219</c:v>
                </c:pt>
                <c:pt idx="96">
                  <c:v>2500</c:v>
                </c:pt>
                <c:pt idx="97">
                  <c:v>6213.2000000000007</c:v>
                </c:pt>
                <c:pt idx="98">
                  <c:v>4548.9500000000007</c:v>
                </c:pt>
                <c:pt idx="99">
                  <c:v>3550.4</c:v>
                </c:pt>
                <c:pt idx="100">
                  <c:v>2884.7</c:v>
                </c:pt>
                <c:pt idx="101">
                  <c:v>3550.4</c:v>
                </c:pt>
                <c:pt idx="102">
                  <c:v>9114.7333333333336</c:v>
                </c:pt>
                <c:pt idx="103">
                  <c:v>3550.4</c:v>
                </c:pt>
                <c:pt idx="104">
                  <c:v>2932.72</c:v>
                </c:pt>
                <c:pt idx="105">
                  <c:v>1950</c:v>
                </c:pt>
                <c:pt idx="106">
                  <c:v>290</c:v>
                </c:pt>
                <c:pt idx="107">
                  <c:v>600</c:v>
                </c:pt>
                <c:pt idx="108">
                  <c:v>600</c:v>
                </c:pt>
                <c:pt idx="109">
                  <c:v>1494.8999999999999</c:v>
                </c:pt>
                <c:pt idx="110">
                  <c:v>600</c:v>
                </c:pt>
                <c:pt idx="111">
                  <c:v>400</c:v>
                </c:pt>
                <c:pt idx="112">
                  <c:v>1450.2</c:v>
                </c:pt>
                <c:pt idx="113">
                  <c:v>600</c:v>
                </c:pt>
                <c:pt idx="114">
                  <c:v>9514.4000000000015</c:v>
                </c:pt>
                <c:pt idx="115">
                  <c:v>1821.4666666666662</c:v>
                </c:pt>
                <c:pt idx="116">
                  <c:v>4621.5</c:v>
                </c:pt>
                <c:pt idx="117">
                  <c:v>3594.5</c:v>
                </c:pt>
                <c:pt idx="118">
                  <c:v>1500</c:v>
                </c:pt>
                <c:pt idx="119">
                  <c:v>887.6</c:v>
                </c:pt>
                <c:pt idx="120">
                  <c:v>1500</c:v>
                </c:pt>
                <c:pt idx="121">
                  <c:v>1671.1799999999998</c:v>
                </c:pt>
                <c:pt idx="122">
                  <c:v>750</c:v>
                </c:pt>
                <c:pt idx="123">
                  <c:v>600</c:v>
                </c:pt>
                <c:pt idx="124">
                  <c:v>2028.3000000000002</c:v>
                </c:pt>
                <c:pt idx="125">
                  <c:v>2000</c:v>
                </c:pt>
                <c:pt idx="126">
                  <c:v>1000</c:v>
                </c:pt>
                <c:pt idx="127">
                  <c:v>1000</c:v>
                </c:pt>
                <c:pt idx="128">
                  <c:v>500</c:v>
                </c:pt>
                <c:pt idx="129">
                  <c:v>887.6</c:v>
                </c:pt>
                <c:pt idx="130">
                  <c:v>400</c:v>
                </c:pt>
                <c:pt idx="131">
                  <c:v>500</c:v>
                </c:pt>
                <c:pt idx="132">
                  <c:v>2600</c:v>
                </c:pt>
                <c:pt idx="133">
                  <c:v>19527.2</c:v>
                </c:pt>
                <c:pt idx="134">
                  <c:v>7570</c:v>
                </c:pt>
                <c:pt idx="135">
                  <c:v>6213.2000000000007</c:v>
                </c:pt>
                <c:pt idx="136">
                  <c:v>4320</c:v>
                </c:pt>
                <c:pt idx="137">
                  <c:v>2219</c:v>
                </c:pt>
                <c:pt idx="138">
                  <c:v>1700</c:v>
                </c:pt>
                <c:pt idx="139">
                  <c:v>7000</c:v>
                </c:pt>
                <c:pt idx="140">
                  <c:v>2219</c:v>
                </c:pt>
                <c:pt idx="141">
                  <c:v>887.6</c:v>
                </c:pt>
                <c:pt idx="142">
                  <c:v>1200</c:v>
                </c:pt>
                <c:pt idx="143">
                  <c:v>1150</c:v>
                </c:pt>
                <c:pt idx="144">
                  <c:v>1500</c:v>
                </c:pt>
                <c:pt idx="145">
                  <c:v>1800</c:v>
                </c:pt>
                <c:pt idx="146">
                  <c:v>700</c:v>
                </c:pt>
                <c:pt idx="147">
                  <c:v>1500</c:v>
                </c:pt>
                <c:pt idx="148">
                  <c:v>1800</c:v>
                </c:pt>
                <c:pt idx="149">
                  <c:v>2824.25</c:v>
                </c:pt>
                <c:pt idx="150">
                  <c:v>1554</c:v>
                </c:pt>
                <c:pt idx="151">
                  <c:v>2219</c:v>
                </c:pt>
                <c:pt idx="152">
                  <c:v>2219</c:v>
                </c:pt>
                <c:pt idx="153">
                  <c:v>1664.7333333333336</c:v>
                </c:pt>
                <c:pt idx="154">
                  <c:v>1600</c:v>
                </c:pt>
                <c:pt idx="155">
                  <c:v>2000</c:v>
                </c:pt>
                <c:pt idx="156">
                  <c:v>887.6</c:v>
                </c:pt>
                <c:pt idx="157">
                  <c:v>887.6</c:v>
                </c:pt>
                <c:pt idx="158">
                  <c:v>887.6</c:v>
                </c:pt>
                <c:pt idx="159">
                  <c:v>887.6</c:v>
                </c:pt>
                <c:pt idx="160">
                  <c:v>300</c:v>
                </c:pt>
                <c:pt idx="161">
                  <c:v>500</c:v>
                </c:pt>
                <c:pt idx="162">
                  <c:v>1775.2</c:v>
                </c:pt>
                <c:pt idx="163">
                  <c:v>800</c:v>
                </c:pt>
                <c:pt idx="164">
                  <c:v>100</c:v>
                </c:pt>
                <c:pt idx="165">
                  <c:v>600</c:v>
                </c:pt>
                <c:pt idx="166">
                  <c:v>300</c:v>
                </c:pt>
                <c:pt idx="167">
                  <c:v>800</c:v>
                </c:pt>
                <c:pt idx="168">
                  <c:v>343.68188073394492</c:v>
                </c:pt>
                <c:pt idx="169">
                  <c:v>1208.5</c:v>
                </c:pt>
                <c:pt idx="170">
                  <c:v>500</c:v>
                </c:pt>
                <c:pt idx="171">
                  <c:v>300</c:v>
                </c:pt>
                <c:pt idx="172">
                  <c:v>1127.9833333333333</c:v>
                </c:pt>
                <c:pt idx="173">
                  <c:v>400</c:v>
                </c:pt>
                <c:pt idx="174">
                  <c:v>240</c:v>
                </c:pt>
                <c:pt idx="175">
                  <c:v>383.33333333333331</c:v>
                </c:pt>
                <c:pt idx="176">
                  <c:v>250</c:v>
                </c:pt>
                <c:pt idx="177">
                  <c:v>423.64705882352939</c:v>
                </c:pt>
                <c:pt idx="178">
                  <c:v>700</c:v>
                </c:pt>
                <c:pt idx="179">
                  <c:v>400</c:v>
                </c:pt>
                <c:pt idx="180">
                  <c:v>716.66666666666663</c:v>
                </c:pt>
                <c:pt idx="181">
                  <c:v>275</c:v>
                </c:pt>
                <c:pt idx="182">
                  <c:v>369.84126984126982</c:v>
                </c:pt>
                <c:pt idx="183">
                  <c:v>300</c:v>
                </c:pt>
                <c:pt idx="184">
                  <c:v>500</c:v>
                </c:pt>
                <c:pt idx="185">
                  <c:v>450</c:v>
                </c:pt>
                <c:pt idx="186">
                  <c:v>400</c:v>
                </c:pt>
                <c:pt idx="187">
                  <c:v>400</c:v>
                </c:pt>
                <c:pt idx="188">
                  <c:v>400</c:v>
                </c:pt>
                <c:pt idx="189">
                  <c:v>300</c:v>
                </c:pt>
                <c:pt idx="190">
                  <c:v>300</c:v>
                </c:pt>
                <c:pt idx="191">
                  <c:v>300</c:v>
                </c:pt>
                <c:pt idx="192">
                  <c:v>315.27777777777777</c:v>
                </c:pt>
                <c:pt idx="193">
                  <c:v>250</c:v>
                </c:pt>
                <c:pt idx="194">
                  <c:v>300</c:v>
                </c:pt>
                <c:pt idx="195">
                  <c:v>333.33333333333331</c:v>
                </c:pt>
                <c:pt idx="196">
                  <c:v>200</c:v>
                </c:pt>
                <c:pt idx="197">
                  <c:v>200</c:v>
                </c:pt>
                <c:pt idx="198">
                  <c:v>400</c:v>
                </c:pt>
                <c:pt idx="199">
                  <c:v>350</c:v>
                </c:pt>
                <c:pt idx="200">
                  <c:v>700</c:v>
                </c:pt>
                <c:pt idx="201">
                  <c:v>600</c:v>
                </c:pt>
                <c:pt idx="202">
                  <c:v>200</c:v>
                </c:pt>
                <c:pt idx="203">
                  <c:v>400</c:v>
                </c:pt>
                <c:pt idx="204">
                  <c:v>250</c:v>
                </c:pt>
                <c:pt idx="205">
                  <c:v>100</c:v>
                </c:pt>
                <c:pt idx="206">
                  <c:v>1993.1999999999998</c:v>
                </c:pt>
                <c:pt idx="207">
                  <c:v>275</c:v>
                </c:pt>
                <c:pt idx="208">
                  <c:v>1127.8333333333333</c:v>
                </c:pt>
                <c:pt idx="209">
                  <c:v>1079.6500000000001</c:v>
                </c:pt>
                <c:pt idx="210">
                  <c:v>2662.8</c:v>
                </c:pt>
                <c:pt idx="211">
                  <c:v>2219</c:v>
                </c:pt>
                <c:pt idx="212">
                  <c:v>2219</c:v>
                </c:pt>
                <c:pt idx="213">
                  <c:v>1775.2</c:v>
                </c:pt>
                <c:pt idx="214">
                  <c:v>1775.1999999999998</c:v>
                </c:pt>
                <c:pt idx="215">
                  <c:v>887.6</c:v>
                </c:pt>
                <c:pt idx="216">
                  <c:v>2219</c:v>
                </c:pt>
                <c:pt idx="217">
                  <c:v>1553.3</c:v>
                </c:pt>
                <c:pt idx="218">
                  <c:v>3550.4</c:v>
                </c:pt>
                <c:pt idx="219">
                  <c:v>2219</c:v>
                </c:pt>
                <c:pt idx="220">
                  <c:v>4983</c:v>
                </c:pt>
                <c:pt idx="221">
                  <c:v>887.6</c:v>
                </c:pt>
                <c:pt idx="222">
                  <c:v>2219</c:v>
                </c:pt>
                <c:pt idx="223">
                  <c:v>730</c:v>
                </c:pt>
                <c:pt idx="224">
                  <c:v>150</c:v>
                </c:pt>
                <c:pt idx="225">
                  <c:v>450</c:v>
                </c:pt>
                <c:pt idx="226">
                  <c:v>516.66666666666663</c:v>
                </c:pt>
                <c:pt idx="227">
                  <c:v>800</c:v>
                </c:pt>
                <c:pt idx="228">
                  <c:v>1550</c:v>
                </c:pt>
                <c:pt idx="229">
                  <c:v>1400</c:v>
                </c:pt>
                <c:pt idx="230">
                  <c:v>312.96296296296299</c:v>
                </c:pt>
                <c:pt idx="231">
                  <c:v>1494.8999999999999</c:v>
                </c:pt>
                <c:pt idx="232">
                  <c:v>175</c:v>
                </c:pt>
                <c:pt idx="233">
                  <c:v>283.33333333333331</c:v>
                </c:pt>
                <c:pt idx="234">
                  <c:v>250</c:v>
                </c:pt>
                <c:pt idx="235">
                  <c:v>200</c:v>
                </c:pt>
                <c:pt idx="236">
                  <c:v>4983</c:v>
                </c:pt>
                <c:pt idx="237">
                  <c:v>150</c:v>
                </c:pt>
                <c:pt idx="238">
                  <c:v>400</c:v>
                </c:pt>
                <c:pt idx="239">
                  <c:v>400</c:v>
                </c:pt>
                <c:pt idx="240">
                  <c:v>50</c:v>
                </c:pt>
                <c:pt idx="241">
                  <c:v>366.66666666666669</c:v>
                </c:pt>
                <c:pt idx="242">
                  <c:v>1200</c:v>
                </c:pt>
                <c:pt idx="243">
                  <c:v>365.74074074074076</c:v>
                </c:pt>
                <c:pt idx="244">
                  <c:v>450</c:v>
                </c:pt>
                <c:pt idx="245">
                  <c:v>300</c:v>
                </c:pt>
                <c:pt idx="246">
                  <c:v>914.28571428571433</c:v>
                </c:pt>
                <c:pt idx="247">
                  <c:v>400</c:v>
                </c:pt>
                <c:pt idx="248">
                  <c:v>500</c:v>
                </c:pt>
                <c:pt idx="249">
                  <c:v>420.58823529411762</c:v>
                </c:pt>
                <c:pt idx="250">
                  <c:v>800</c:v>
                </c:pt>
                <c:pt idx="251">
                  <c:v>444.44444444444446</c:v>
                </c:pt>
                <c:pt idx="252">
                  <c:v>800</c:v>
                </c:pt>
                <c:pt idx="253">
                  <c:v>500</c:v>
                </c:pt>
                <c:pt idx="254">
                  <c:v>800</c:v>
                </c:pt>
                <c:pt idx="255">
                  <c:v>780</c:v>
                </c:pt>
                <c:pt idx="256">
                  <c:v>400</c:v>
                </c:pt>
                <c:pt idx="257">
                  <c:v>1990.8944444444444</c:v>
                </c:pt>
                <c:pt idx="258">
                  <c:v>1598.7125000000001</c:v>
                </c:pt>
                <c:pt idx="259">
                  <c:v>1162.7</c:v>
                </c:pt>
                <c:pt idx="260">
                  <c:v>498.29999999999995</c:v>
                </c:pt>
                <c:pt idx="261">
                  <c:v>1245.75</c:v>
                </c:pt>
                <c:pt idx="262">
                  <c:v>1494.8999999999999</c:v>
                </c:pt>
                <c:pt idx="263">
                  <c:v>2491.5</c:v>
                </c:pt>
                <c:pt idx="264">
                  <c:v>1079.6499999999999</c:v>
                </c:pt>
                <c:pt idx="265">
                  <c:v>1661</c:v>
                </c:pt>
                <c:pt idx="266">
                  <c:v>4152.5</c:v>
                </c:pt>
                <c:pt idx="267">
                  <c:v>8876</c:v>
                </c:pt>
                <c:pt idx="268">
                  <c:v>1553.3000000000002</c:v>
                </c:pt>
                <c:pt idx="269">
                  <c:v>1775.2</c:v>
                </c:pt>
                <c:pt idx="270">
                  <c:v>887.6</c:v>
                </c:pt>
                <c:pt idx="271">
                  <c:v>3550.4</c:v>
                </c:pt>
                <c:pt idx="272">
                  <c:v>1198.26</c:v>
                </c:pt>
                <c:pt idx="273">
                  <c:v>1775.2</c:v>
                </c:pt>
                <c:pt idx="274">
                  <c:v>2219</c:v>
                </c:pt>
                <c:pt idx="275">
                  <c:v>2219</c:v>
                </c:pt>
                <c:pt idx="276">
                  <c:v>887.6</c:v>
                </c:pt>
                <c:pt idx="277">
                  <c:v>3550.4</c:v>
                </c:pt>
                <c:pt idx="278">
                  <c:v>3550.4</c:v>
                </c:pt>
                <c:pt idx="279">
                  <c:v>887.6</c:v>
                </c:pt>
                <c:pt idx="280">
                  <c:v>1775.2</c:v>
                </c:pt>
                <c:pt idx="281">
                  <c:v>887.6</c:v>
                </c:pt>
                <c:pt idx="282">
                  <c:v>1553.3</c:v>
                </c:pt>
                <c:pt idx="283">
                  <c:v>2219</c:v>
                </c:pt>
                <c:pt idx="284">
                  <c:v>887.6</c:v>
                </c:pt>
                <c:pt idx="285">
                  <c:v>6739.3666666666677</c:v>
                </c:pt>
                <c:pt idx="286">
                  <c:v>2219</c:v>
                </c:pt>
                <c:pt idx="287">
                  <c:v>3567.9</c:v>
                </c:pt>
                <c:pt idx="288">
                  <c:v>2378.6000000000004</c:v>
                </c:pt>
                <c:pt idx="289">
                  <c:v>1700</c:v>
                </c:pt>
                <c:pt idx="290">
                  <c:v>8622.4249999999993</c:v>
                </c:pt>
                <c:pt idx="291">
                  <c:v>10703.7</c:v>
                </c:pt>
                <c:pt idx="292">
                  <c:v>11893</c:v>
                </c:pt>
                <c:pt idx="293">
                  <c:v>7135.8</c:v>
                </c:pt>
                <c:pt idx="294">
                  <c:v>1753.4333333333334</c:v>
                </c:pt>
                <c:pt idx="295">
                  <c:v>3404.9166666666665</c:v>
                </c:pt>
                <c:pt idx="296">
                  <c:v>1554</c:v>
                </c:pt>
                <c:pt idx="297">
                  <c:v>783.33333333333337</c:v>
                </c:pt>
                <c:pt idx="298">
                  <c:v>1000</c:v>
                </c:pt>
                <c:pt idx="299">
                  <c:v>1398.6</c:v>
                </c:pt>
                <c:pt idx="300">
                  <c:v>2219</c:v>
                </c:pt>
                <c:pt idx="301">
                  <c:v>2219</c:v>
                </c:pt>
                <c:pt idx="302">
                  <c:v>3550.4</c:v>
                </c:pt>
                <c:pt idx="303">
                  <c:v>887.6</c:v>
                </c:pt>
                <c:pt idx="304">
                  <c:v>621.32000000000005</c:v>
                </c:pt>
                <c:pt idx="305">
                  <c:v>600</c:v>
                </c:pt>
                <c:pt idx="306">
                  <c:v>2219</c:v>
                </c:pt>
                <c:pt idx="307">
                  <c:v>600</c:v>
                </c:pt>
                <c:pt idx="308">
                  <c:v>887.6</c:v>
                </c:pt>
                <c:pt idx="309">
                  <c:v>887.6</c:v>
                </c:pt>
                <c:pt idx="310">
                  <c:v>419.47906976744184</c:v>
                </c:pt>
                <c:pt idx="311">
                  <c:v>300</c:v>
                </c:pt>
                <c:pt idx="312">
                  <c:v>300</c:v>
                </c:pt>
                <c:pt idx="313">
                  <c:v>450</c:v>
                </c:pt>
                <c:pt idx="314">
                  <c:v>1295</c:v>
                </c:pt>
                <c:pt idx="315">
                  <c:v>1813</c:v>
                </c:pt>
                <c:pt idx="316">
                  <c:v>2219</c:v>
                </c:pt>
                <c:pt idx="317">
                  <c:v>2219</c:v>
                </c:pt>
                <c:pt idx="318">
                  <c:v>4757.2000000000007</c:v>
                </c:pt>
                <c:pt idx="319">
                  <c:v>191.7</c:v>
                </c:pt>
                <c:pt idx="320">
                  <c:v>500</c:v>
                </c:pt>
                <c:pt idx="321">
                  <c:v>2219</c:v>
                </c:pt>
                <c:pt idx="322">
                  <c:v>600</c:v>
                </c:pt>
                <c:pt idx="323">
                  <c:v>250</c:v>
                </c:pt>
                <c:pt idx="324">
                  <c:v>1553.3</c:v>
                </c:pt>
                <c:pt idx="325">
                  <c:v>3550.4</c:v>
                </c:pt>
                <c:pt idx="326">
                  <c:v>2219</c:v>
                </c:pt>
                <c:pt idx="327">
                  <c:v>3106.6</c:v>
                </c:pt>
                <c:pt idx="328">
                  <c:v>1864.8</c:v>
                </c:pt>
                <c:pt idx="329">
                  <c:v>2000</c:v>
                </c:pt>
                <c:pt idx="330">
                  <c:v>800</c:v>
                </c:pt>
                <c:pt idx="331">
                  <c:v>664.59515050167215</c:v>
                </c:pt>
                <c:pt idx="332">
                  <c:v>3081</c:v>
                </c:pt>
                <c:pt idx="333">
                  <c:v>550</c:v>
                </c:pt>
                <c:pt idx="334">
                  <c:v>500</c:v>
                </c:pt>
                <c:pt idx="335">
                  <c:v>650</c:v>
                </c:pt>
                <c:pt idx="336">
                  <c:v>500</c:v>
                </c:pt>
                <c:pt idx="337">
                  <c:v>400</c:v>
                </c:pt>
                <c:pt idx="338">
                  <c:v>5336</c:v>
                </c:pt>
                <c:pt idx="339">
                  <c:v>700</c:v>
                </c:pt>
                <c:pt idx="340">
                  <c:v>900</c:v>
                </c:pt>
                <c:pt idx="341">
                  <c:v>2000</c:v>
                </c:pt>
                <c:pt idx="342">
                  <c:v>1500</c:v>
                </c:pt>
                <c:pt idx="343">
                  <c:v>1775.2</c:v>
                </c:pt>
                <c:pt idx="344">
                  <c:v>850.01874999999995</c:v>
                </c:pt>
                <c:pt idx="345">
                  <c:v>10005</c:v>
                </c:pt>
                <c:pt idx="346">
                  <c:v>1756.3416666666665</c:v>
                </c:pt>
                <c:pt idx="347">
                  <c:v>425</c:v>
                </c:pt>
                <c:pt idx="348">
                  <c:v>1000</c:v>
                </c:pt>
                <c:pt idx="349">
                  <c:v>700</c:v>
                </c:pt>
                <c:pt idx="350">
                  <c:v>1036</c:v>
                </c:pt>
                <c:pt idx="351">
                  <c:v>1700</c:v>
                </c:pt>
                <c:pt idx="352">
                  <c:v>416.66666666666669</c:v>
                </c:pt>
                <c:pt idx="353">
                  <c:v>700</c:v>
                </c:pt>
                <c:pt idx="354">
                  <c:v>1783.95</c:v>
                </c:pt>
                <c:pt idx="355">
                  <c:v>2650.15</c:v>
                </c:pt>
                <c:pt idx="356">
                  <c:v>2020.1999999999998</c:v>
                </c:pt>
                <c:pt idx="357">
                  <c:v>600</c:v>
                </c:pt>
                <c:pt idx="358">
                  <c:v>525</c:v>
                </c:pt>
                <c:pt idx="359">
                  <c:v>1000</c:v>
                </c:pt>
                <c:pt idx="360">
                  <c:v>400</c:v>
                </c:pt>
                <c:pt idx="361">
                  <c:v>600</c:v>
                </c:pt>
                <c:pt idx="362">
                  <c:v>400</c:v>
                </c:pt>
                <c:pt idx="363">
                  <c:v>450</c:v>
                </c:pt>
                <c:pt idx="364">
                  <c:v>550</c:v>
                </c:pt>
                <c:pt idx="365">
                  <c:v>200</c:v>
                </c:pt>
                <c:pt idx="366">
                  <c:v>1000</c:v>
                </c:pt>
                <c:pt idx="367">
                  <c:v>1775.2</c:v>
                </c:pt>
                <c:pt idx="368">
                  <c:v>1775.2</c:v>
                </c:pt>
                <c:pt idx="369">
                  <c:v>810</c:v>
                </c:pt>
                <c:pt idx="370">
                  <c:v>920.83333333333337</c:v>
                </c:pt>
                <c:pt idx="371">
                  <c:v>562.5</c:v>
                </c:pt>
                <c:pt idx="372">
                  <c:v>1050</c:v>
                </c:pt>
                <c:pt idx="373">
                  <c:v>1000</c:v>
                </c:pt>
                <c:pt idx="374">
                  <c:v>1000</c:v>
                </c:pt>
                <c:pt idx="375">
                  <c:v>0</c:v>
                </c:pt>
                <c:pt idx="376">
                  <c:v>700</c:v>
                </c:pt>
                <c:pt idx="377">
                  <c:v>600</c:v>
                </c:pt>
                <c:pt idx="378">
                  <c:v>600</c:v>
                </c:pt>
                <c:pt idx="379">
                  <c:v>830</c:v>
                </c:pt>
                <c:pt idx="380">
                  <c:v>1100</c:v>
                </c:pt>
                <c:pt idx="381">
                  <c:v>550</c:v>
                </c:pt>
                <c:pt idx="382">
                  <c:v>600</c:v>
                </c:pt>
                <c:pt idx="383">
                  <c:v>800</c:v>
                </c:pt>
                <c:pt idx="384">
                  <c:v>1000</c:v>
                </c:pt>
                <c:pt idx="385">
                  <c:v>600</c:v>
                </c:pt>
                <c:pt idx="386">
                  <c:v>950</c:v>
                </c:pt>
                <c:pt idx="387">
                  <c:v>1300</c:v>
                </c:pt>
                <c:pt idx="388">
                  <c:v>800</c:v>
                </c:pt>
                <c:pt idx="389">
                  <c:v>800</c:v>
                </c:pt>
                <c:pt idx="390">
                  <c:v>3500</c:v>
                </c:pt>
                <c:pt idx="391">
                  <c:v>1800</c:v>
                </c:pt>
                <c:pt idx="392">
                  <c:v>700</c:v>
                </c:pt>
                <c:pt idx="393">
                  <c:v>1000</c:v>
                </c:pt>
                <c:pt idx="394">
                  <c:v>586.06111111111113</c:v>
                </c:pt>
                <c:pt idx="395">
                  <c:v>600</c:v>
                </c:pt>
                <c:pt idx="396">
                  <c:v>378</c:v>
                </c:pt>
                <c:pt idx="397">
                  <c:v>650</c:v>
                </c:pt>
                <c:pt idx="398">
                  <c:v>1626.2</c:v>
                </c:pt>
                <c:pt idx="399">
                  <c:v>2567.5</c:v>
                </c:pt>
                <c:pt idx="400">
                  <c:v>452.77777777777777</c:v>
                </c:pt>
                <c:pt idx="401">
                  <c:v>1000</c:v>
                </c:pt>
                <c:pt idx="402">
                  <c:v>700</c:v>
                </c:pt>
                <c:pt idx="403">
                  <c:v>500</c:v>
                </c:pt>
                <c:pt idx="404">
                  <c:v>1014.9999999999999</c:v>
                </c:pt>
                <c:pt idx="405">
                  <c:v>550</c:v>
                </c:pt>
                <c:pt idx="406">
                  <c:v>1000</c:v>
                </c:pt>
                <c:pt idx="407">
                  <c:v>575</c:v>
                </c:pt>
                <c:pt idx="408">
                  <c:v>250</c:v>
                </c:pt>
                <c:pt idx="409">
                  <c:v>600</c:v>
                </c:pt>
                <c:pt idx="410">
                  <c:v>750</c:v>
                </c:pt>
                <c:pt idx="411">
                  <c:v>700</c:v>
                </c:pt>
                <c:pt idx="412">
                  <c:v>900</c:v>
                </c:pt>
                <c:pt idx="413">
                  <c:v>250</c:v>
                </c:pt>
                <c:pt idx="414">
                  <c:v>675</c:v>
                </c:pt>
                <c:pt idx="415">
                  <c:v>1500</c:v>
                </c:pt>
                <c:pt idx="416">
                  <c:v>2123.7999999999997</c:v>
                </c:pt>
                <c:pt idx="417">
                  <c:v>800</c:v>
                </c:pt>
                <c:pt idx="418">
                  <c:v>800</c:v>
                </c:pt>
                <c:pt idx="419">
                  <c:v>700</c:v>
                </c:pt>
                <c:pt idx="420">
                  <c:v>719.16666666666663</c:v>
                </c:pt>
                <c:pt idx="421">
                  <c:v>1000</c:v>
                </c:pt>
                <c:pt idx="422">
                  <c:v>700</c:v>
                </c:pt>
                <c:pt idx="423">
                  <c:v>525</c:v>
                </c:pt>
                <c:pt idx="424">
                  <c:v>750</c:v>
                </c:pt>
                <c:pt idx="425">
                  <c:v>891</c:v>
                </c:pt>
                <c:pt idx="426">
                  <c:v>816.66666666666663</c:v>
                </c:pt>
                <c:pt idx="427">
                  <c:v>650</c:v>
                </c:pt>
                <c:pt idx="428">
                  <c:v>1000</c:v>
                </c:pt>
                <c:pt idx="429">
                  <c:v>1900</c:v>
                </c:pt>
                <c:pt idx="430">
                  <c:v>800</c:v>
                </c:pt>
                <c:pt idx="431">
                  <c:v>500</c:v>
                </c:pt>
                <c:pt idx="432">
                  <c:v>400</c:v>
                </c:pt>
                <c:pt idx="433">
                  <c:v>1000</c:v>
                </c:pt>
                <c:pt idx="434">
                  <c:v>1400</c:v>
                </c:pt>
                <c:pt idx="435">
                  <c:v>650</c:v>
                </c:pt>
                <c:pt idx="436">
                  <c:v>1000</c:v>
                </c:pt>
                <c:pt idx="437">
                  <c:v>1000</c:v>
                </c:pt>
                <c:pt idx="438">
                  <c:v>1000</c:v>
                </c:pt>
                <c:pt idx="439">
                  <c:v>1400</c:v>
                </c:pt>
                <c:pt idx="440">
                  <c:v>700</c:v>
                </c:pt>
                <c:pt idx="441">
                  <c:v>500</c:v>
                </c:pt>
                <c:pt idx="442">
                  <c:v>650</c:v>
                </c:pt>
                <c:pt idx="443">
                  <c:v>0</c:v>
                </c:pt>
                <c:pt idx="444">
                  <c:v>850</c:v>
                </c:pt>
                <c:pt idx="445">
                  <c:v>600</c:v>
                </c:pt>
                <c:pt idx="446">
                  <c:v>1200</c:v>
                </c:pt>
                <c:pt idx="447">
                  <c:v>2072</c:v>
                </c:pt>
                <c:pt idx="448">
                  <c:v>650</c:v>
                </c:pt>
                <c:pt idx="449">
                  <c:v>2567.5</c:v>
                </c:pt>
                <c:pt idx="450">
                  <c:v>2567.5</c:v>
                </c:pt>
                <c:pt idx="451">
                  <c:v>600</c:v>
                </c:pt>
                <c:pt idx="452">
                  <c:v>4002</c:v>
                </c:pt>
                <c:pt idx="453">
                  <c:v>800</c:v>
                </c:pt>
                <c:pt idx="454">
                  <c:v>1657.6</c:v>
                </c:pt>
                <c:pt idx="455">
                  <c:v>525</c:v>
                </c:pt>
                <c:pt idx="456">
                  <c:v>900</c:v>
                </c:pt>
                <c:pt idx="457">
                  <c:v>1000</c:v>
                </c:pt>
                <c:pt idx="458">
                  <c:v>800</c:v>
                </c:pt>
                <c:pt idx="459">
                  <c:v>500</c:v>
                </c:pt>
                <c:pt idx="460">
                  <c:v>600</c:v>
                </c:pt>
                <c:pt idx="461">
                  <c:v>650</c:v>
                </c:pt>
                <c:pt idx="462">
                  <c:v>400</c:v>
                </c:pt>
                <c:pt idx="463">
                  <c:v>600</c:v>
                </c:pt>
                <c:pt idx="464">
                  <c:v>900</c:v>
                </c:pt>
                <c:pt idx="465">
                  <c:v>622.22222222222217</c:v>
                </c:pt>
                <c:pt idx="466">
                  <c:v>625</c:v>
                </c:pt>
                <c:pt idx="467">
                  <c:v>650</c:v>
                </c:pt>
                <c:pt idx="468">
                  <c:v>733.33333333333337</c:v>
                </c:pt>
                <c:pt idx="469">
                  <c:v>650</c:v>
                </c:pt>
                <c:pt idx="470">
                  <c:v>700</c:v>
                </c:pt>
                <c:pt idx="471">
                  <c:v>600</c:v>
                </c:pt>
                <c:pt idx="472">
                  <c:v>700</c:v>
                </c:pt>
                <c:pt idx="473">
                  <c:v>600</c:v>
                </c:pt>
                <c:pt idx="474">
                  <c:v>1500</c:v>
                </c:pt>
                <c:pt idx="475">
                  <c:v>800</c:v>
                </c:pt>
                <c:pt idx="476">
                  <c:v>1554</c:v>
                </c:pt>
                <c:pt idx="477">
                  <c:v>647.5</c:v>
                </c:pt>
                <c:pt idx="478">
                  <c:v>500</c:v>
                </c:pt>
                <c:pt idx="479">
                  <c:v>750</c:v>
                </c:pt>
                <c:pt idx="480">
                  <c:v>1200</c:v>
                </c:pt>
                <c:pt idx="481">
                  <c:v>2219</c:v>
                </c:pt>
                <c:pt idx="482">
                  <c:v>550</c:v>
                </c:pt>
                <c:pt idx="483">
                  <c:v>6657</c:v>
                </c:pt>
                <c:pt idx="484">
                  <c:v>725</c:v>
                </c:pt>
                <c:pt idx="485">
                  <c:v>400</c:v>
                </c:pt>
                <c:pt idx="486">
                  <c:v>1476.3</c:v>
                </c:pt>
                <c:pt idx="487">
                  <c:v>405</c:v>
                </c:pt>
                <c:pt idx="488">
                  <c:v>800</c:v>
                </c:pt>
                <c:pt idx="489">
                  <c:v>300</c:v>
                </c:pt>
                <c:pt idx="490">
                  <c:v>1620</c:v>
                </c:pt>
                <c:pt idx="491">
                  <c:v>2219</c:v>
                </c:pt>
                <c:pt idx="492">
                  <c:v>3994.2000000000003</c:v>
                </c:pt>
                <c:pt idx="493">
                  <c:v>2219</c:v>
                </c:pt>
                <c:pt idx="494">
                  <c:v>3550.4</c:v>
                </c:pt>
                <c:pt idx="495">
                  <c:v>3550.4</c:v>
                </c:pt>
                <c:pt idx="496">
                  <c:v>900</c:v>
                </c:pt>
                <c:pt idx="497">
                  <c:v>634.37104519774016</c:v>
                </c:pt>
                <c:pt idx="498">
                  <c:v>1412.5</c:v>
                </c:pt>
                <c:pt idx="499">
                  <c:v>750</c:v>
                </c:pt>
                <c:pt idx="500">
                  <c:v>620</c:v>
                </c:pt>
                <c:pt idx="501">
                  <c:v>700</c:v>
                </c:pt>
                <c:pt idx="502">
                  <c:v>300</c:v>
                </c:pt>
                <c:pt idx="503">
                  <c:v>375</c:v>
                </c:pt>
                <c:pt idx="504">
                  <c:v>300</c:v>
                </c:pt>
                <c:pt idx="505">
                  <c:v>700</c:v>
                </c:pt>
                <c:pt idx="506">
                  <c:v>700</c:v>
                </c:pt>
                <c:pt idx="507">
                  <c:v>1000</c:v>
                </c:pt>
                <c:pt idx="508">
                  <c:v>2219</c:v>
                </c:pt>
                <c:pt idx="509">
                  <c:v>583.33333333333337</c:v>
                </c:pt>
                <c:pt idx="510">
                  <c:v>800</c:v>
                </c:pt>
                <c:pt idx="511">
                  <c:v>500</c:v>
                </c:pt>
                <c:pt idx="512">
                  <c:v>800</c:v>
                </c:pt>
                <c:pt idx="513">
                  <c:v>2100</c:v>
                </c:pt>
                <c:pt idx="514">
                  <c:v>1000</c:v>
                </c:pt>
                <c:pt idx="515">
                  <c:v>26628</c:v>
                </c:pt>
                <c:pt idx="516">
                  <c:v>1100</c:v>
                </c:pt>
                <c:pt idx="517">
                  <c:v>12487.650000000001</c:v>
                </c:pt>
                <c:pt idx="518">
                  <c:v>351.27118644067798</c:v>
                </c:pt>
                <c:pt idx="519">
                  <c:v>375</c:v>
                </c:pt>
                <c:pt idx="520">
                  <c:v>200</c:v>
                </c:pt>
                <c:pt idx="521">
                  <c:v>425</c:v>
                </c:pt>
                <c:pt idx="522">
                  <c:v>450</c:v>
                </c:pt>
                <c:pt idx="523">
                  <c:v>350</c:v>
                </c:pt>
                <c:pt idx="524">
                  <c:v>250</c:v>
                </c:pt>
                <c:pt idx="525">
                  <c:v>350</c:v>
                </c:pt>
                <c:pt idx="526">
                  <c:v>500</c:v>
                </c:pt>
                <c:pt idx="527">
                  <c:v>300</c:v>
                </c:pt>
                <c:pt idx="528">
                  <c:v>600</c:v>
                </c:pt>
                <c:pt idx="529">
                  <c:v>3000</c:v>
                </c:pt>
                <c:pt idx="530">
                  <c:v>816.66666666666663</c:v>
                </c:pt>
                <c:pt idx="531">
                  <c:v>1250</c:v>
                </c:pt>
                <c:pt idx="532">
                  <c:v>900</c:v>
                </c:pt>
                <c:pt idx="533">
                  <c:v>1150</c:v>
                </c:pt>
                <c:pt idx="534">
                  <c:v>1500</c:v>
                </c:pt>
                <c:pt idx="535">
                  <c:v>1500</c:v>
                </c:pt>
                <c:pt idx="536">
                  <c:v>1800</c:v>
                </c:pt>
                <c:pt idx="537">
                  <c:v>1209.4000000000001</c:v>
                </c:pt>
                <c:pt idx="538">
                  <c:v>1400</c:v>
                </c:pt>
                <c:pt idx="539">
                  <c:v>2200</c:v>
                </c:pt>
                <c:pt idx="540">
                  <c:v>800</c:v>
                </c:pt>
                <c:pt idx="541">
                  <c:v>700</c:v>
                </c:pt>
                <c:pt idx="542">
                  <c:v>250</c:v>
                </c:pt>
                <c:pt idx="543">
                  <c:v>250</c:v>
                </c:pt>
                <c:pt idx="544">
                  <c:v>200</c:v>
                </c:pt>
                <c:pt idx="545">
                  <c:v>850</c:v>
                </c:pt>
                <c:pt idx="546">
                  <c:v>590.90909090909088</c:v>
                </c:pt>
                <c:pt idx="547">
                  <c:v>800</c:v>
                </c:pt>
                <c:pt idx="548">
                  <c:v>350</c:v>
                </c:pt>
                <c:pt idx="549">
                  <c:v>527.14285714285711</c:v>
                </c:pt>
                <c:pt idx="550">
                  <c:v>450</c:v>
                </c:pt>
                <c:pt idx="551">
                  <c:v>850</c:v>
                </c:pt>
                <c:pt idx="552">
                  <c:v>1800</c:v>
                </c:pt>
                <c:pt idx="553">
                  <c:v>1500</c:v>
                </c:pt>
                <c:pt idx="554">
                  <c:v>258.33333333333331</c:v>
                </c:pt>
                <c:pt idx="555">
                  <c:v>800</c:v>
                </c:pt>
                <c:pt idx="556">
                  <c:v>450</c:v>
                </c:pt>
                <c:pt idx="557">
                  <c:v>1612.5</c:v>
                </c:pt>
                <c:pt idx="558">
                  <c:v>800</c:v>
                </c:pt>
                <c:pt idx="559">
                  <c:v>800</c:v>
                </c:pt>
                <c:pt idx="560">
                  <c:v>1900</c:v>
                </c:pt>
                <c:pt idx="561">
                  <c:v>900</c:v>
                </c:pt>
                <c:pt idx="562">
                  <c:v>600</c:v>
                </c:pt>
                <c:pt idx="563">
                  <c:v>400</c:v>
                </c:pt>
                <c:pt idx="564">
                  <c:v>675</c:v>
                </c:pt>
                <c:pt idx="565">
                  <c:v>1566.6666666666667</c:v>
                </c:pt>
                <c:pt idx="566">
                  <c:v>500</c:v>
                </c:pt>
                <c:pt idx="567">
                  <c:v>700</c:v>
                </c:pt>
                <c:pt idx="568">
                  <c:v>316.66666666666669</c:v>
                </c:pt>
                <c:pt idx="569">
                  <c:v>450</c:v>
                </c:pt>
                <c:pt idx="570">
                  <c:v>120</c:v>
                </c:pt>
                <c:pt idx="571">
                  <c:v>350</c:v>
                </c:pt>
                <c:pt idx="572">
                  <c:v>450</c:v>
                </c:pt>
                <c:pt idx="573">
                  <c:v>700</c:v>
                </c:pt>
                <c:pt idx="574">
                  <c:v>2219</c:v>
                </c:pt>
                <c:pt idx="575">
                  <c:v>2150</c:v>
                </c:pt>
                <c:pt idx="576">
                  <c:v>1700</c:v>
                </c:pt>
                <c:pt idx="577">
                  <c:v>26628</c:v>
                </c:pt>
                <c:pt idx="578">
                  <c:v>1500</c:v>
                </c:pt>
                <c:pt idx="579">
                  <c:v>650</c:v>
                </c:pt>
                <c:pt idx="580">
                  <c:v>1800</c:v>
                </c:pt>
                <c:pt idx="581">
                  <c:v>2219</c:v>
                </c:pt>
                <c:pt idx="582">
                  <c:v>286.36363636363637</c:v>
                </c:pt>
                <c:pt idx="583">
                  <c:v>287.5</c:v>
                </c:pt>
                <c:pt idx="584">
                  <c:v>433.33333333333331</c:v>
                </c:pt>
                <c:pt idx="585">
                  <c:v>3550.4</c:v>
                </c:pt>
                <c:pt idx="586">
                  <c:v>150</c:v>
                </c:pt>
                <c:pt idx="587">
                  <c:v>887.6</c:v>
                </c:pt>
                <c:pt idx="588">
                  <c:v>911.00196078431372</c:v>
                </c:pt>
                <c:pt idx="589">
                  <c:v>868.75</c:v>
                </c:pt>
                <c:pt idx="590">
                  <c:v>1400</c:v>
                </c:pt>
                <c:pt idx="591">
                  <c:v>1500</c:v>
                </c:pt>
                <c:pt idx="592">
                  <c:v>1300</c:v>
                </c:pt>
                <c:pt idx="593">
                  <c:v>750</c:v>
                </c:pt>
                <c:pt idx="594">
                  <c:v>1750</c:v>
                </c:pt>
                <c:pt idx="595">
                  <c:v>637.5</c:v>
                </c:pt>
                <c:pt idx="596">
                  <c:v>1733.3333333333333</c:v>
                </c:pt>
                <c:pt idx="597">
                  <c:v>1300</c:v>
                </c:pt>
                <c:pt idx="598">
                  <c:v>800</c:v>
                </c:pt>
                <c:pt idx="599">
                  <c:v>650</c:v>
                </c:pt>
                <c:pt idx="600">
                  <c:v>1500</c:v>
                </c:pt>
                <c:pt idx="601">
                  <c:v>1300</c:v>
                </c:pt>
                <c:pt idx="602">
                  <c:v>1600</c:v>
                </c:pt>
                <c:pt idx="603">
                  <c:v>1000</c:v>
                </c:pt>
                <c:pt idx="604">
                  <c:v>900</c:v>
                </c:pt>
                <c:pt idx="605">
                  <c:v>1200</c:v>
                </c:pt>
                <c:pt idx="606">
                  <c:v>600</c:v>
                </c:pt>
                <c:pt idx="607">
                  <c:v>1500</c:v>
                </c:pt>
                <c:pt idx="608">
                  <c:v>750</c:v>
                </c:pt>
                <c:pt idx="609">
                  <c:v>800</c:v>
                </c:pt>
                <c:pt idx="610">
                  <c:v>440</c:v>
                </c:pt>
                <c:pt idx="611">
                  <c:v>500</c:v>
                </c:pt>
                <c:pt idx="612">
                  <c:v>700</c:v>
                </c:pt>
                <c:pt idx="613">
                  <c:v>2219</c:v>
                </c:pt>
                <c:pt idx="614">
                  <c:v>887.6</c:v>
                </c:pt>
                <c:pt idx="615">
                  <c:v>887.6</c:v>
                </c:pt>
                <c:pt idx="616">
                  <c:v>887.6</c:v>
                </c:pt>
                <c:pt idx="617">
                  <c:v>2662.8</c:v>
                </c:pt>
                <c:pt idx="618">
                  <c:v>887.6</c:v>
                </c:pt>
                <c:pt idx="619">
                  <c:v>1775.2</c:v>
                </c:pt>
                <c:pt idx="620">
                  <c:v>621.32000000000005</c:v>
                </c:pt>
                <c:pt idx="621">
                  <c:v>14271.6</c:v>
                </c:pt>
                <c:pt idx="622">
                  <c:v>1295</c:v>
                </c:pt>
                <c:pt idx="623">
                  <c:v>2331</c:v>
                </c:pt>
                <c:pt idx="624">
                  <c:v>1036</c:v>
                </c:pt>
                <c:pt idx="625">
                  <c:v>1919.4285714285713</c:v>
                </c:pt>
                <c:pt idx="626">
                  <c:v>1136</c:v>
                </c:pt>
                <c:pt idx="627">
                  <c:v>1575</c:v>
                </c:pt>
                <c:pt idx="628">
                  <c:v>1500</c:v>
                </c:pt>
                <c:pt idx="629">
                  <c:v>600</c:v>
                </c:pt>
                <c:pt idx="630">
                  <c:v>1483.3333333333333</c:v>
                </c:pt>
                <c:pt idx="631">
                  <c:v>1900</c:v>
                </c:pt>
                <c:pt idx="632">
                  <c:v>1900</c:v>
                </c:pt>
                <c:pt idx="633">
                  <c:v>600</c:v>
                </c:pt>
                <c:pt idx="634">
                  <c:v>950</c:v>
                </c:pt>
                <c:pt idx="635">
                  <c:v>2000</c:v>
                </c:pt>
                <c:pt idx="636">
                  <c:v>3000</c:v>
                </c:pt>
                <c:pt idx="637">
                  <c:v>1875</c:v>
                </c:pt>
                <c:pt idx="638">
                  <c:v>869.99999999999989</c:v>
                </c:pt>
                <c:pt idx="639">
                  <c:v>1350</c:v>
                </c:pt>
                <c:pt idx="640">
                  <c:v>1400</c:v>
                </c:pt>
                <c:pt idx="641">
                  <c:v>1600</c:v>
                </c:pt>
                <c:pt idx="642">
                  <c:v>1600</c:v>
                </c:pt>
                <c:pt idx="643">
                  <c:v>1500</c:v>
                </c:pt>
                <c:pt idx="644">
                  <c:v>1600</c:v>
                </c:pt>
                <c:pt idx="645">
                  <c:v>800</c:v>
                </c:pt>
                <c:pt idx="646">
                  <c:v>2000</c:v>
                </c:pt>
                <c:pt idx="647">
                  <c:v>1000</c:v>
                </c:pt>
                <c:pt idx="648">
                  <c:v>700</c:v>
                </c:pt>
                <c:pt idx="649">
                  <c:v>750</c:v>
                </c:pt>
                <c:pt idx="650">
                  <c:v>600</c:v>
                </c:pt>
                <c:pt idx="651">
                  <c:v>1500</c:v>
                </c:pt>
                <c:pt idx="652">
                  <c:v>600</c:v>
                </c:pt>
                <c:pt idx="653">
                  <c:v>1000</c:v>
                </c:pt>
                <c:pt idx="654">
                  <c:v>400</c:v>
                </c:pt>
                <c:pt idx="655">
                  <c:v>800</c:v>
                </c:pt>
                <c:pt idx="656">
                  <c:v>800</c:v>
                </c:pt>
                <c:pt idx="657">
                  <c:v>1500</c:v>
                </c:pt>
                <c:pt idx="658">
                  <c:v>2500</c:v>
                </c:pt>
                <c:pt idx="659">
                  <c:v>800</c:v>
                </c:pt>
                <c:pt idx="660">
                  <c:v>1557.1428571428571</c:v>
                </c:pt>
                <c:pt idx="661">
                  <c:v>400</c:v>
                </c:pt>
                <c:pt idx="662">
                  <c:v>500</c:v>
                </c:pt>
                <c:pt idx="663">
                  <c:v>400</c:v>
                </c:pt>
                <c:pt idx="664">
                  <c:v>1000</c:v>
                </c:pt>
                <c:pt idx="665">
                  <c:v>1200</c:v>
                </c:pt>
                <c:pt idx="666">
                  <c:v>2000</c:v>
                </c:pt>
                <c:pt idx="667">
                  <c:v>1500</c:v>
                </c:pt>
                <c:pt idx="668">
                  <c:v>1800</c:v>
                </c:pt>
                <c:pt idx="669">
                  <c:v>1600</c:v>
                </c:pt>
                <c:pt idx="670">
                  <c:v>1450</c:v>
                </c:pt>
                <c:pt idx="671">
                  <c:v>4500</c:v>
                </c:pt>
                <c:pt idx="672">
                  <c:v>833.33333333333337</c:v>
                </c:pt>
                <c:pt idx="673">
                  <c:v>500</c:v>
                </c:pt>
                <c:pt idx="674">
                  <c:v>1000</c:v>
                </c:pt>
                <c:pt idx="675">
                  <c:v>450</c:v>
                </c:pt>
                <c:pt idx="676">
                  <c:v>850</c:v>
                </c:pt>
                <c:pt idx="677">
                  <c:v>1600</c:v>
                </c:pt>
                <c:pt idx="678">
                  <c:v>250</c:v>
                </c:pt>
                <c:pt idx="679">
                  <c:v>3000</c:v>
                </c:pt>
                <c:pt idx="680">
                  <c:v>1600</c:v>
                </c:pt>
                <c:pt idx="681">
                  <c:v>1100</c:v>
                </c:pt>
                <c:pt idx="682">
                  <c:v>700</c:v>
                </c:pt>
                <c:pt idx="683">
                  <c:v>3867.2000000000003</c:v>
                </c:pt>
                <c:pt idx="684">
                  <c:v>1365.3846153846155</c:v>
                </c:pt>
                <c:pt idx="685">
                  <c:v>1400</c:v>
                </c:pt>
                <c:pt idx="686">
                  <c:v>3500</c:v>
                </c:pt>
                <c:pt idx="687">
                  <c:v>1500</c:v>
                </c:pt>
                <c:pt idx="688">
                  <c:v>1200</c:v>
                </c:pt>
                <c:pt idx="689">
                  <c:v>300</c:v>
                </c:pt>
                <c:pt idx="690">
                  <c:v>4500</c:v>
                </c:pt>
                <c:pt idx="691">
                  <c:v>1200</c:v>
                </c:pt>
                <c:pt idx="692">
                  <c:v>750</c:v>
                </c:pt>
                <c:pt idx="693">
                  <c:v>1775</c:v>
                </c:pt>
                <c:pt idx="694">
                  <c:v>1400</c:v>
                </c:pt>
                <c:pt idx="695">
                  <c:v>1000</c:v>
                </c:pt>
                <c:pt idx="696">
                  <c:v>900</c:v>
                </c:pt>
                <c:pt idx="697">
                  <c:v>1600</c:v>
                </c:pt>
                <c:pt idx="698">
                  <c:v>1000</c:v>
                </c:pt>
                <c:pt idx="699">
                  <c:v>1250</c:v>
                </c:pt>
                <c:pt idx="700">
                  <c:v>500</c:v>
                </c:pt>
                <c:pt idx="701">
                  <c:v>1400</c:v>
                </c:pt>
                <c:pt idx="702">
                  <c:v>500</c:v>
                </c:pt>
                <c:pt idx="703">
                  <c:v>2500</c:v>
                </c:pt>
                <c:pt idx="704">
                  <c:v>1400</c:v>
                </c:pt>
                <c:pt idx="705">
                  <c:v>1000</c:v>
                </c:pt>
                <c:pt idx="706">
                  <c:v>1400</c:v>
                </c:pt>
                <c:pt idx="707">
                  <c:v>900</c:v>
                </c:pt>
                <c:pt idx="708">
                  <c:v>550</c:v>
                </c:pt>
                <c:pt idx="709">
                  <c:v>1100</c:v>
                </c:pt>
                <c:pt idx="710">
                  <c:v>1800</c:v>
                </c:pt>
                <c:pt idx="711">
                  <c:v>1300</c:v>
                </c:pt>
                <c:pt idx="712">
                  <c:v>400</c:v>
                </c:pt>
                <c:pt idx="713">
                  <c:v>500</c:v>
                </c:pt>
                <c:pt idx="714">
                  <c:v>450</c:v>
                </c:pt>
                <c:pt idx="715">
                  <c:v>600</c:v>
                </c:pt>
                <c:pt idx="716">
                  <c:v>800</c:v>
                </c:pt>
                <c:pt idx="717">
                  <c:v>1200</c:v>
                </c:pt>
                <c:pt idx="718">
                  <c:v>1000</c:v>
                </c:pt>
                <c:pt idx="719">
                  <c:v>1373.0769230769231</c:v>
                </c:pt>
                <c:pt idx="720">
                  <c:v>1050</c:v>
                </c:pt>
                <c:pt idx="721">
                  <c:v>1180</c:v>
                </c:pt>
                <c:pt idx="722">
                  <c:v>1440</c:v>
                </c:pt>
                <c:pt idx="723">
                  <c:v>700</c:v>
                </c:pt>
                <c:pt idx="724">
                  <c:v>1000</c:v>
                </c:pt>
                <c:pt idx="725">
                  <c:v>1200</c:v>
                </c:pt>
                <c:pt idx="726">
                  <c:v>1500</c:v>
                </c:pt>
                <c:pt idx="727">
                  <c:v>1300</c:v>
                </c:pt>
                <c:pt idx="728">
                  <c:v>1200</c:v>
                </c:pt>
                <c:pt idx="729">
                  <c:v>1800</c:v>
                </c:pt>
                <c:pt idx="730">
                  <c:v>900</c:v>
                </c:pt>
                <c:pt idx="731">
                  <c:v>1000</c:v>
                </c:pt>
                <c:pt idx="732">
                  <c:v>2200</c:v>
                </c:pt>
                <c:pt idx="733">
                  <c:v>3200</c:v>
                </c:pt>
                <c:pt idx="734">
                  <c:v>600</c:v>
                </c:pt>
                <c:pt idx="735">
                  <c:v>1200</c:v>
                </c:pt>
                <c:pt idx="736">
                  <c:v>2133.3333333333335</c:v>
                </c:pt>
                <c:pt idx="737">
                  <c:v>3600</c:v>
                </c:pt>
                <c:pt idx="738">
                  <c:v>1500</c:v>
                </c:pt>
                <c:pt idx="739">
                  <c:v>1500</c:v>
                </c:pt>
                <c:pt idx="740">
                  <c:v>2200</c:v>
                </c:pt>
                <c:pt idx="741">
                  <c:v>1900</c:v>
                </c:pt>
                <c:pt idx="742">
                  <c:v>1250</c:v>
                </c:pt>
                <c:pt idx="743">
                  <c:v>1400</c:v>
                </c:pt>
                <c:pt idx="744">
                  <c:v>1100</c:v>
                </c:pt>
                <c:pt idx="745">
                  <c:v>2500</c:v>
                </c:pt>
                <c:pt idx="746">
                  <c:v>1100</c:v>
                </c:pt>
                <c:pt idx="747">
                  <c:v>1295</c:v>
                </c:pt>
                <c:pt idx="748">
                  <c:v>600</c:v>
                </c:pt>
                <c:pt idx="749">
                  <c:v>1200</c:v>
                </c:pt>
                <c:pt idx="750">
                  <c:v>2200</c:v>
                </c:pt>
                <c:pt idx="751">
                  <c:v>1500</c:v>
                </c:pt>
                <c:pt idx="752">
                  <c:v>4946.8999999999996</c:v>
                </c:pt>
                <c:pt idx="753">
                  <c:v>650</c:v>
                </c:pt>
                <c:pt idx="754">
                  <c:v>1800</c:v>
                </c:pt>
                <c:pt idx="755">
                  <c:v>3000</c:v>
                </c:pt>
                <c:pt idx="756">
                  <c:v>3550.4</c:v>
                </c:pt>
                <c:pt idx="757">
                  <c:v>500</c:v>
                </c:pt>
                <c:pt idx="758">
                  <c:v>343.30849056603773</c:v>
                </c:pt>
                <c:pt idx="759">
                  <c:v>600</c:v>
                </c:pt>
                <c:pt idx="760">
                  <c:v>594.5454545454545</c:v>
                </c:pt>
                <c:pt idx="761">
                  <c:v>400</c:v>
                </c:pt>
                <c:pt idx="762">
                  <c:v>350</c:v>
                </c:pt>
                <c:pt idx="763">
                  <c:v>1080</c:v>
                </c:pt>
                <c:pt idx="764">
                  <c:v>3550.4</c:v>
                </c:pt>
                <c:pt idx="765">
                  <c:v>267.85714285714283</c:v>
                </c:pt>
                <c:pt idx="766">
                  <c:v>250</c:v>
                </c:pt>
                <c:pt idx="767">
                  <c:v>85.199999999999989</c:v>
                </c:pt>
                <c:pt idx="768">
                  <c:v>820.33333333333337</c:v>
                </c:pt>
                <c:pt idx="769">
                  <c:v>500</c:v>
                </c:pt>
                <c:pt idx="770">
                  <c:v>375</c:v>
                </c:pt>
                <c:pt idx="771">
                  <c:v>350</c:v>
                </c:pt>
                <c:pt idx="772">
                  <c:v>250</c:v>
                </c:pt>
                <c:pt idx="773">
                  <c:v>887.6</c:v>
                </c:pt>
                <c:pt idx="774">
                  <c:v>300.37692307692311</c:v>
                </c:pt>
                <c:pt idx="775">
                  <c:v>200</c:v>
                </c:pt>
                <c:pt idx="776">
                  <c:v>250</c:v>
                </c:pt>
                <c:pt idx="777">
                  <c:v>250</c:v>
                </c:pt>
                <c:pt idx="778">
                  <c:v>2219</c:v>
                </c:pt>
                <c:pt idx="779">
                  <c:v>887.6</c:v>
                </c:pt>
                <c:pt idx="780">
                  <c:v>300</c:v>
                </c:pt>
                <c:pt idx="781">
                  <c:v>200</c:v>
                </c:pt>
                <c:pt idx="782">
                  <c:v>250</c:v>
                </c:pt>
                <c:pt idx="783">
                  <c:v>650</c:v>
                </c:pt>
                <c:pt idx="784">
                  <c:v>0</c:v>
                </c:pt>
                <c:pt idx="785">
                  <c:v>887.6</c:v>
                </c:pt>
                <c:pt idx="786">
                  <c:v>887.6</c:v>
                </c:pt>
                <c:pt idx="787">
                  <c:v>887.6</c:v>
                </c:pt>
                <c:pt idx="788">
                  <c:v>135.71428571428572</c:v>
                </c:pt>
                <c:pt idx="789">
                  <c:v>2219</c:v>
                </c:pt>
                <c:pt idx="790">
                  <c:v>2800</c:v>
                </c:pt>
                <c:pt idx="791">
                  <c:v>4662.8571428571431</c:v>
                </c:pt>
                <c:pt idx="792">
                  <c:v>1750</c:v>
                </c:pt>
                <c:pt idx="793">
                  <c:v>400</c:v>
                </c:pt>
                <c:pt idx="794">
                  <c:v>4876</c:v>
                </c:pt>
                <c:pt idx="795">
                  <c:v>2000</c:v>
                </c:pt>
                <c:pt idx="796">
                  <c:v>40020</c:v>
                </c:pt>
                <c:pt idx="797">
                  <c:v>1500</c:v>
                </c:pt>
                <c:pt idx="798">
                  <c:v>1400</c:v>
                </c:pt>
                <c:pt idx="799">
                  <c:v>2354</c:v>
                </c:pt>
                <c:pt idx="800">
                  <c:v>1200</c:v>
                </c:pt>
                <c:pt idx="801">
                  <c:v>1600</c:v>
                </c:pt>
                <c:pt idx="802">
                  <c:v>2275</c:v>
                </c:pt>
                <c:pt idx="803">
                  <c:v>7977.2</c:v>
                </c:pt>
                <c:pt idx="804">
                  <c:v>2880</c:v>
                </c:pt>
                <c:pt idx="805">
                  <c:v>3000</c:v>
                </c:pt>
                <c:pt idx="806">
                  <c:v>1700</c:v>
                </c:pt>
                <c:pt idx="807">
                  <c:v>1750</c:v>
                </c:pt>
                <c:pt idx="808">
                  <c:v>3550.4</c:v>
                </c:pt>
                <c:pt idx="809">
                  <c:v>3550.4</c:v>
                </c:pt>
                <c:pt idx="810">
                  <c:v>2375</c:v>
                </c:pt>
                <c:pt idx="811">
                  <c:v>1600</c:v>
                </c:pt>
                <c:pt idx="812">
                  <c:v>800</c:v>
                </c:pt>
                <c:pt idx="813">
                  <c:v>6213.2000000000007</c:v>
                </c:pt>
                <c:pt idx="814">
                  <c:v>3400</c:v>
                </c:pt>
                <c:pt idx="815">
                  <c:v>1400</c:v>
                </c:pt>
                <c:pt idx="816">
                  <c:v>2600</c:v>
                </c:pt>
                <c:pt idx="817">
                  <c:v>6541.1500000000005</c:v>
                </c:pt>
                <c:pt idx="818">
                  <c:v>1466.6666666666667</c:v>
                </c:pt>
                <c:pt idx="819">
                  <c:v>2250</c:v>
                </c:pt>
                <c:pt idx="820">
                  <c:v>2500</c:v>
                </c:pt>
                <c:pt idx="821">
                  <c:v>1000</c:v>
                </c:pt>
                <c:pt idx="822">
                  <c:v>1500</c:v>
                </c:pt>
                <c:pt idx="823">
                  <c:v>1813</c:v>
                </c:pt>
                <c:pt idx="824">
                  <c:v>2823.1</c:v>
                </c:pt>
                <c:pt idx="825">
                  <c:v>2331</c:v>
                </c:pt>
                <c:pt idx="826">
                  <c:v>887.6</c:v>
                </c:pt>
                <c:pt idx="827">
                  <c:v>2700</c:v>
                </c:pt>
                <c:pt idx="828">
                  <c:v>296.82443502824867</c:v>
                </c:pt>
                <c:pt idx="829">
                  <c:v>1375.375</c:v>
                </c:pt>
                <c:pt idx="830">
                  <c:v>1000</c:v>
                </c:pt>
                <c:pt idx="831">
                  <c:v>650</c:v>
                </c:pt>
                <c:pt idx="832">
                  <c:v>400</c:v>
                </c:pt>
                <c:pt idx="833">
                  <c:v>255.55555555555554</c:v>
                </c:pt>
                <c:pt idx="834">
                  <c:v>330.68181818181819</c:v>
                </c:pt>
                <c:pt idx="835">
                  <c:v>950</c:v>
                </c:pt>
                <c:pt idx="836">
                  <c:v>400</c:v>
                </c:pt>
                <c:pt idx="837">
                  <c:v>560.58035714285711</c:v>
                </c:pt>
                <c:pt idx="838">
                  <c:v>700</c:v>
                </c:pt>
                <c:pt idx="839">
                  <c:v>500</c:v>
                </c:pt>
                <c:pt idx="840">
                  <c:v>550</c:v>
                </c:pt>
                <c:pt idx="841">
                  <c:v>339.02439024390242</c:v>
                </c:pt>
                <c:pt idx="842">
                  <c:v>366.66666666666669</c:v>
                </c:pt>
                <c:pt idx="843">
                  <c:v>400</c:v>
                </c:pt>
                <c:pt idx="844">
                  <c:v>300</c:v>
                </c:pt>
                <c:pt idx="845">
                  <c:v>500</c:v>
                </c:pt>
                <c:pt idx="846">
                  <c:v>200</c:v>
                </c:pt>
                <c:pt idx="847">
                  <c:v>550</c:v>
                </c:pt>
                <c:pt idx="848">
                  <c:v>600</c:v>
                </c:pt>
                <c:pt idx="849">
                  <c:v>287.5</c:v>
                </c:pt>
                <c:pt idx="850">
                  <c:v>450</c:v>
                </c:pt>
                <c:pt idx="851">
                  <c:v>950</c:v>
                </c:pt>
                <c:pt idx="852">
                  <c:v>913.55</c:v>
                </c:pt>
                <c:pt idx="853">
                  <c:v>600</c:v>
                </c:pt>
                <c:pt idx="854">
                  <c:v>385.71428571428572</c:v>
                </c:pt>
                <c:pt idx="855">
                  <c:v>600</c:v>
                </c:pt>
                <c:pt idx="856">
                  <c:v>350</c:v>
                </c:pt>
                <c:pt idx="857">
                  <c:v>350</c:v>
                </c:pt>
                <c:pt idx="858">
                  <c:v>950</c:v>
                </c:pt>
                <c:pt idx="859">
                  <c:v>487.5</c:v>
                </c:pt>
                <c:pt idx="860">
                  <c:v>250</c:v>
                </c:pt>
                <c:pt idx="861">
                  <c:v>350</c:v>
                </c:pt>
                <c:pt idx="862">
                  <c:v>250</c:v>
                </c:pt>
                <c:pt idx="863">
                  <c:v>350</c:v>
                </c:pt>
                <c:pt idx="864">
                  <c:v>350</c:v>
                </c:pt>
                <c:pt idx="865">
                  <c:v>328.26086956521738</c:v>
                </c:pt>
                <c:pt idx="866">
                  <c:v>500</c:v>
                </c:pt>
                <c:pt idx="867">
                  <c:v>500</c:v>
                </c:pt>
                <c:pt idx="868">
                  <c:v>531.81818181818187</c:v>
                </c:pt>
                <c:pt idx="869">
                  <c:v>200</c:v>
                </c:pt>
                <c:pt idx="870">
                  <c:v>1100</c:v>
                </c:pt>
                <c:pt idx="871">
                  <c:v>450</c:v>
                </c:pt>
                <c:pt idx="872">
                  <c:v>1100</c:v>
                </c:pt>
                <c:pt idx="873">
                  <c:v>500</c:v>
                </c:pt>
                <c:pt idx="874">
                  <c:v>300</c:v>
                </c:pt>
                <c:pt idx="875">
                  <c:v>350</c:v>
                </c:pt>
                <c:pt idx="876">
                  <c:v>350</c:v>
                </c:pt>
                <c:pt idx="877">
                  <c:v>350</c:v>
                </c:pt>
                <c:pt idx="878">
                  <c:v>675.78181818181827</c:v>
                </c:pt>
                <c:pt idx="879">
                  <c:v>500</c:v>
                </c:pt>
                <c:pt idx="880">
                  <c:v>350</c:v>
                </c:pt>
                <c:pt idx="881">
                  <c:v>3550.4</c:v>
                </c:pt>
                <c:pt idx="882">
                  <c:v>300</c:v>
                </c:pt>
                <c:pt idx="883">
                  <c:v>300</c:v>
                </c:pt>
                <c:pt idx="884">
                  <c:v>250</c:v>
                </c:pt>
                <c:pt idx="885">
                  <c:v>400</c:v>
                </c:pt>
                <c:pt idx="886">
                  <c:v>250</c:v>
                </c:pt>
                <c:pt idx="887">
                  <c:v>425</c:v>
                </c:pt>
                <c:pt idx="888">
                  <c:v>250</c:v>
                </c:pt>
                <c:pt idx="889">
                  <c:v>450</c:v>
                </c:pt>
                <c:pt idx="890">
                  <c:v>200</c:v>
                </c:pt>
                <c:pt idx="891">
                  <c:v>900</c:v>
                </c:pt>
                <c:pt idx="892">
                  <c:v>7337</c:v>
                </c:pt>
                <c:pt idx="893">
                  <c:v>2417</c:v>
                </c:pt>
                <c:pt idx="894">
                  <c:v>5336</c:v>
                </c:pt>
                <c:pt idx="895">
                  <c:v>2178.5795918367344</c:v>
                </c:pt>
                <c:pt idx="896">
                  <c:v>2000</c:v>
                </c:pt>
                <c:pt idx="897">
                  <c:v>1700</c:v>
                </c:pt>
                <c:pt idx="898">
                  <c:v>4400</c:v>
                </c:pt>
                <c:pt idx="899">
                  <c:v>800</c:v>
                </c:pt>
                <c:pt idx="900">
                  <c:v>1350</c:v>
                </c:pt>
                <c:pt idx="901">
                  <c:v>1500</c:v>
                </c:pt>
                <c:pt idx="902">
                  <c:v>2000</c:v>
                </c:pt>
                <c:pt idx="903">
                  <c:v>1700</c:v>
                </c:pt>
                <c:pt idx="904">
                  <c:v>2000</c:v>
                </c:pt>
                <c:pt idx="905">
                  <c:v>4700</c:v>
                </c:pt>
                <c:pt idx="906">
                  <c:v>1800</c:v>
                </c:pt>
                <c:pt idx="907">
                  <c:v>1000</c:v>
                </c:pt>
                <c:pt idx="908">
                  <c:v>1225</c:v>
                </c:pt>
                <c:pt idx="909">
                  <c:v>1266.6666666666667</c:v>
                </c:pt>
                <c:pt idx="910">
                  <c:v>1500</c:v>
                </c:pt>
                <c:pt idx="911">
                  <c:v>1600</c:v>
                </c:pt>
                <c:pt idx="912">
                  <c:v>1000</c:v>
                </c:pt>
                <c:pt idx="913">
                  <c:v>1390</c:v>
                </c:pt>
                <c:pt idx="914">
                  <c:v>1800</c:v>
                </c:pt>
                <c:pt idx="915">
                  <c:v>2500</c:v>
                </c:pt>
                <c:pt idx="916">
                  <c:v>19429.87142857143</c:v>
                </c:pt>
                <c:pt idx="917">
                  <c:v>1993.1999999999998</c:v>
                </c:pt>
                <c:pt idx="918">
                  <c:v>1400</c:v>
                </c:pt>
                <c:pt idx="919">
                  <c:v>5000</c:v>
                </c:pt>
                <c:pt idx="920">
                  <c:v>7337</c:v>
                </c:pt>
                <c:pt idx="921">
                  <c:v>10270</c:v>
                </c:pt>
                <c:pt idx="922">
                  <c:v>44380</c:v>
                </c:pt>
                <c:pt idx="923">
                  <c:v>1890</c:v>
                </c:pt>
                <c:pt idx="924">
                  <c:v>3106.6</c:v>
                </c:pt>
                <c:pt idx="925">
                  <c:v>887.6</c:v>
                </c:pt>
                <c:pt idx="926">
                  <c:v>1350</c:v>
                </c:pt>
                <c:pt idx="927">
                  <c:v>600</c:v>
                </c:pt>
                <c:pt idx="928">
                  <c:v>3142.1000000000004</c:v>
                </c:pt>
                <c:pt idx="929">
                  <c:v>1200</c:v>
                </c:pt>
                <c:pt idx="930">
                  <c:v>700</c:v>
                </c:pt>
                <c:pt idx="931">
                  <c:v>1200</c:v>
                </c:pt>
                <c:pt idx="932">
                  <c:v>800</c:v>
                </c:pt>
                <c:pt idx="933">
                  <c:v>1600</c:v>
                </c:pt>
                <c:pt idx="934">
                  <c:v>600</c:v>
                </c:pt>
                <c:pt idx="935">
                  <c:v>1993.1999999999998</c:v>
                </c:pt>
                <c:pt idx="936">
                  <c:v>887.6</c:v>
                </c:pt>
                <c:pt idx="937">
                  <c:v>3550.4</c:v>
                </c:pt>
                <c:pt idx="938">
                  <c:v>1000</c:v>
                </c:pt>
                <c:pt idx="939">
                  <c:v>1200</c:v>
                </c:pt>
                <c:pt idx="940">
                  <c:v>2378.6000000000004</c:v>
                </c:pt>
                <c:pt idx="941">
                  <c:v>887.6</c:v>
                </c:pt>
                <c:pt idx="942">
                  <c:v>1295</c:v>
                </c:pt>
                <c:pt idx="943">
                  <c:v>2072</c:v>
                </c:pt>
                <c:pt idx="944">
                  <c:v>483.33333333333331</c:v>
                </c:pt>
                <c:pt idx="945">
                  <c:v>850</c:v>
                </c:pt>
                <c:pt idx="946">
                  <c:v>700</c:v>
                </c:pt>
                <c:pt idx="947">
                  <c:v>400</c:v>
                </c:pt>
                <c:pt idx="948">
                  <c:v>3994.2000000000003</c:v>
                </c:pt>
                <c:pt idx="949">
                  <c:v>6213.2000000000007</c:v>
                </c:pt>
                <c:pt idx="950">
                  <c:v>4438</c:v>
                </c:pt>
                <c:pt idx="951">
                  <c:v>436.66666666666669</c:v>
                </c:pt>
                <c:pt idx="952">
                  <c:v>850</c:v>
                </c:pt>
                <c:pt idx="953">
                  <c:v>600</c:v>
                </c:pt>
                <c:pt idx="954">
                  <c:v>650</c:v>
                </c:pt>
                <c:pt idx="955">
                  <c:v>525</c:v>
                </c:pt>
                <c:pt idx="956">
                  <c:v>800</c:v>
                </c:pt>
                <c:pt idx="957">
                  <c:v>600</c:v>
                </c:pt>
                <c:pt idx="958">
                  <c:v>900</c:v>
                </c:pt>
                <c:pt idx="959">
                  <c:v>200</c:v>
                </c:pt>
                <c:pt idx="960">
                  <c:v>750</c:v>
                </c:pt>
                <c:pt idx="961">
                  <c:v>350</c:v>
                </c:pt>
                <c:pt idx="962">
                  <c:v>400</c:v>
                </c:pt>
                <c:pt idx="963">
                  <c:v>550</c:v>
                </c:pt>
                <c:pt idx="964">
                  <c:v>400</c:v>
                </c:pt>
                <c:pt idx="965">
                  <c:v>250</c:v>
                </c:pt>
                <c:pt idx="966">
                  <c:v>500</c:v>
                </c:pt>
                <c:pt idx="967">
                  <c:v>300</c:v>
                </c:pt>
                <c:pt idx="968">
                  <c:v>500</c:v>
                </c:pt>
                <c:pt idx="969">
                  <c:v>600</c:v>
                </c:pt>
                <c:pt idx="970">
                  <c:v>300</c:v>
                </c:pt>
                <c:pt idx="971">
                  <c:v>700</c:v>
                </c:pt>
                <c:pt idx="972">
                  <c:v>662.5</c:v>
                </c:pt>
                <c:pt idx="973">
                  <c:v>600</c:v>
                </c:pt>
                <c:pt idx="974">
                  <c:v>2590</c:v>
                </c:pt>
                <c:pt idx="975">
                  <c:v>525</c:v>
                </c:pt>
                <c:pt idx="976">
                  <c:v>1400</c:v>
                </c:pt>
                <c:pt idx="977">
                  <c:v>400</c:v>
                </c:pt>
                <c:pt idx="978">
                  <c:v>650</c:v>
                </c:pt>
                <c:pt idx="979">
                  <c:v>300</c:v>
                </c:pt>
                <c:pt idx="980">
                  <c:v>625</c:v>
                </c:pt>
                <c:pt idx="981">
                  <c:v>1100</c:v>
                </c:pt>
                <c:pt idx="982">
                  <c:v>230.67567567567568</c:v>
                </c:pt>
                <c:pt idx="983">
                  <c:v>200</c:v>
                </c:pt>
                <c:pt idx="984">
                  <c:v>200</c:v>
                </c:pt>
                <c:pt idx="985">
                  <c:v>300</c:v>
                </c:pt>
                <c:pt idx="986">
                  <c:v>352.13253012048193</c:v>
                </c:pt>
                <c:pt idx="987">
                  <c:v>316.66666666666669</c:v>
                </c:pt>
                <c:pt idx="988">
                  <c:v>1783.95</c:v>
                </c:pt>
                <c:pt idx="989">
                  <c:v>300</c:v>
                </c:pt>
                <c:pt idx="990">
                  <c:v>200</c:v>
                </c:pt>
                <c:pt idx="991">
                  <c:v>200</c:v>
                </c:pt>
                <c:pt idx="992">
                  <c:v>275</c:v>
                </c:pt>
                <c:pt idx="993">
                  <c:v>150</c:v>
                </c:pt>
                <c:pt idx="994">
                  <c:v>150</c:v>
                </c:pt>
                <c:pt idx="995">
                  <c:v>4798.6638888888883</c:v>
                </c:pt>
                <c:pt idx="996">
                  <c:v>3625.5000000000005</c:v>
                </c:pt>
                <c:pt idx="997">
                  <c:v>1657.6</c:v>
                </c:pt>
                <c:pt idx="998">
                  <c:v>2378.6000000000004</c:v>
                </c:pt>
                <c:pt idx="999">
                  <c:v>6541.1500000000005</c:v>
                </c:pt>
                <c:pt idx="1000">
                  <c:v>0</c:v>
                </c:pt>
                <c:pt idx="1001">
                  <c:v>3867.2000000000003</c:v>
                </c:pt>
                <c:pt idx="1002">
                  <c:v>3865.2250000000004</c:v>
                </c:pt>
                <c:pt idx="1003">
                  <c:v>2973.25</c:v>
                </c:pt>
                <c:pt idx="1004">
                  <c:v>2219</c:v>
                </c:pt>
                <c:pt idx="1005">
                  <c:v>2219</c:v>
                </c:pt>
                <c:pt idx="1006">
                  <c:v>1553.3</c:v>
                </c:pt>
                <c:pt idx="1007">
                  <c:v>2900.4</c:v>
                </c:pt>
                <c:pt idx="1008">
                  <c:v>4350.6000000000004</c:v>
                </c:pt>
                <c:pt idx="1009">
                  <c:v>1994.0250000000001</c:v>
                </c:pt>
                <c:pt idx="1010">
                  <c:v>4162.55</c:v>
                </c:pt>
                <c:pt idx="1011">
                  <c:v>2900.4</c:v>
                </c:pt>
                <c:pt idx="1012">
                  <c:v>2054.4500000000003</c:v>
                </c:pt>
                <c:pt idx="1013">
                  <c:v>3625.5000000000005</c:v>
                </c:pt>
                <c:pt idx="1014">
                  <c:v>5351.85</c:v>
                </c:pt>
                <c:pt idx="1015">
                  <c:v>9514.4000000000015</c:v>
                </c:pt>
                <c:pt idx="1016">
                  <c:v>2219</c:v>
                </c:pt>
                <c:pt idx="1017">
                  <c:v>2175.3000000000002</c:v>
                </c:pt>
                <c:pt idx="1018">
                  <c:v>5946.5</c:v>
                </c:pt>
                <c:pt idx="1019">
                  <c:v>1914.4</c:v>
                </c:pt>
                <c:pt idx="1020">
                  <c:v>3795.8166666666671</c:v>
                </c:pt>
                <c:pt idx="1021">
                  <c:v>1620</c:v>
                </c:pt>
                <c:pt idx="1022">
                  <c:v>7167.2000000000007</c:v>
                </c:pt>
                <c:pt idx="1023">
                  <c:v>4834</c:v>
                </c:pt>
                <c:pt idx="1024">
                  <c:v>3550.4</c:v>
                </c:pt>
                <c:pt idx="1025">
                  <c:v>2219</c:v>
                </c:pt>
                <c:pt idx="1026">
                  <c:v>3550.4</c:v>
                </c:pt>
                <c:pt idx="1027">
                  <c:v>3550.4</c:v>
                </c:pt>
                <c:pt idx="1028">
                  <c:v>887.6</c:v>
                </c:pt>
                <c:pt idx="1029">
                  <c:v>2219</c:v>
                </c:pt>
                <c:pt idx="1030">
                  <c:v>4438</c:v>
                </c:pt>
                <c:pt idx="1031">
                  <c:v>2813.587962962963</c:v>
                </c:pt>
                <c:pt idx="1032">
                  <c:v>1000</c:v>
                </c:pt>
                <c:pt idx="1033">
                  <c:v>2000</c:v>
                </c:pt>
                <c:pt idx="1034">
                  <c:v>2000</c:v>
                </c:pt>
                <c:pt idx="1035">
                  <c:v>2500</c:v>
                </c:pt>
                <c:pt idx="1036">
                  <c:v>5391.75</c:v>
                </c:pt>
                <c:pt idx="1037">
                  <c:v>800</c:v>
                </c:pt>
                <c:pt idx="1038">
                  <c:v>725</c:v>
                </c:pt>
                <c:pt idx="1039">
                  <c:v>250</c:v>
                </c:pt>
                <c:pt idx="1040">
                  <c:v>600</c:v>
                </c:pt>
                <c:pt idx="1041">
                  <c:v>400</c:v>
                </c:pt>
                <c:pt idx="1042">
                  <c:v>1400</c:v>
                </c:pt>
                <c:pt idx="1043">
                  <c:v>650</c:v>
                </c:pt>
                <c:pt idx="1044">
                  <c:v>2520</c:v>
                </c:pt>
                <c:pt idx="1045">
                  <c:v>500</c:v>
                </c:pt>
                <c:pt idx="1046">
                  <c:v>1100</c:v>
                </c:pt>
                <c:pt idx="1047">
                  <c:v>1200</c:v>
                </c:pt>
                <c:pt idx="1048">
                  <c:v>1500</c:v>
                </c:pt>
                <c:pt idx="1049">
                  <c:v>850</c:v>
                </c:pt>
                <c:pt idx="1050">
                  <c:v>1500</c:v>
                </c:pt>
                <c:pt idx="1051">
                  <c:v>600</c:v>
                </c:pt>
                <c:pt idx="1052">
                  <c:v>1000</c:v>
                </c:pt>
                <c:pt idx="1053">
                  <c:v>3000</c:v>
                </c:pt>
                <c:pt idx="1054">
                  <c:v>800</c:v>
                </c:pt>
                <c:pt idx="1055">
                  <c:v>1300</c:v>
                </c:pt>
                <c:pt idx="1056">
                  <c:v>1500</c:v>
                </c:pt>
                <c:pt idx="1057">
                  <c:v>1500</c:v>
                </c:pt>
                <c:pt idx="1058">
                  <c:v>1500</c:v>
                </c:pt>
                <c:pt idx="1059">
                  <c:v>1500</c:v>
                </c:pt>
                <c:pt idx="1060">
                  <c:v>1400</c:v>
                </c:pt>
                <c:pt idx="1061">
                  <c:v>1025</c:v>
                </c:pt>
                <c:pt idx="1062">
                  <c:v>887.6</c:v>
                </c:pt>
                <c:pt idx="1063">
                  <c:v>1700</c:v>
                </c:pt>
                <c:pt idx="1064">
                  <c:v>1650</c:v>
                </c:pt>
                <c:pt idx="1065">
                  <c:v>560</c:v>
                </c:pt>
                <c:pt idx="1066">
                  <c:v>500</c:v>
                </c:pt>
                <c:pt idx="1067">
                  <c:v>300</c:v>
                </c:pt>
                <c:pt idx="1068">
                  <c:v>1750</c:v>
                </c:pt>
                <c:pt idx="1069">
                  <c:v>4438</c:v>
                </c:pt>
                <c:pt idx="1070">
                  <c:v>800</c:v>
                </c:pt>
                <c:pt idx="1071">
                  <c:v>1700</c:v>
                </c:pt>
                <c:pt idx="1072">
                  <c:v>621.32000000000005</c:v>
                </c:pt>
                <c:pt idx="1073">
                  <c:v>1000</c:v>
                </c:pt>
                <c:pt idx="1074">
                  <c:v>400</c:v>
                </c:pt>
                <c:pt idx="1075">
                  <c:v>900</c:v>
                </c:pt>
                <c:pt idx="1076">
                  <c:v>1100</c:v>
                </c:pt>
                <c:pt idx="1077">
                  <c:v>1900</c:v>
                </c:pt>
                <c:pt idx="1078">
                  <c:v>1550</c:v>
                </c:pt>
                <c:pt idx="1079">
                  <c:v>3994.2000000000003</c:v>
                </c:pt>
                <c:pt idx="1080">
                  <c:v>2072</c:v>
                </c:pt>
                <c:pt idx="1081">
                  <c:v>400</c:v>
                </c:pt>
                <c:pt idx="1082">
                  <c:v>1200</c:v>
                </c:pt>
                <c:pt idx="1083">
                  <c:v>1100</c:v>
                </c:pt>
                <c:pt idx="1084">
                  <c:v>900</c:v>
                </c:pt>
                <c:pt idx="1085">
                  <c:v>1500</c:v>
                </c:pt>
                <c:pt idx="1086">
                  <c:v>1500</c:v>
                </c:pt>
                <c:pt idx="1087">
                  <c:v>1800</c:v>
                </c:pt>
                <c:pt idx="1088">
                  <c:v>600</c:v>
                </c:pt>
                <c:pt idx="1089">
                  <c:v>1400</c:v>
                </c:pt>
                <c:pt idx="1090">
                  <c:v>2000</c:v>
                </c:pt>
                <c:pt idx="1091">
                  <c:v>1050</c:v>
                </c:pt>
                <c:pt idx="1092">
                  <c:v>1200</c:v>
                </c:pt>
                <c:pt idx="1093">
                  <c:v>850</c:v>
                </c:pt>
                <c:pt idx="1094">
                  <c:v>2100</c:v>
                </c:pt>
                <c:pt idx="1095">
                  <c:v>1500</c:v>
                </c:pt>
                <c:pt idx="1096">
                  <c:v>900</c:v>
                </c:pt>
                <c:pt idx="1097">
                  <c:v>650</c:v>
                </c:pt>
                <c:pt idx="1098">
                  <c:v>1904.3500000000001</c:v>
                </c:pt>
                <c:pt idx="1099">
                  <c:v>700</c:v>
                </c:pt>
                <c:pt idx="1100">
                  <c:v>2072</c:v>
                </c:pt>
                <c:pt idx="1101">
                  <c:v>1400</c:v>
                </c:pt>
                <c:pt idx="1102">
                  <c:v>905.55555555555554</c:v>
                </c:pt>
                <c:pt idx="1103">
                  <c:v>900</c:v>
                </c:pt>
                <c:pt idx="1104">
                  <c:v>1686.44</c:v>
                </c:pt>
                <c:pt idx="1105">
                  <c:v>3550.4</c:v>
                </c:pt>
                <c:pt idx="1106">
                  <c:v>2219</c:v>
                </c:pt>
                <c:pt idx="1107">
                  <c:v>1000</c:v>
                </c:pt>
                <c:pt idx="1108">
                  <c:v>2219</c:v>
                </c:pt>
                <c:pt idx="1109">
                  <c:v>2400</c:v>
                </c:pt>
                <c:pt idx="1110">
                  <c:v>362.09999999999997</c:v>
                </c:pt>
                <c:pt idx="1111">
                  <c:v>2150.7352941176468</c:v>
                </c:pt>
                <c:pt idx="1112">
                  <c:v>1000</c:v>
                </c:pt>
                <c:pt idx="1113">
                  <c:v>2547.25</c:v>
                </c:pt>
                <c:pt idx="1114">
                  <c:v>2771.2999999999997</c:v>
                </c:pt>
                <c:pt idx="1115">
                  <c:v>800</c:v>
                </c:pt>
                <c:pt idx="1116">
                  <c:v>1500</c:v>
                </c:pt>
                <c:pt idx="1117">
                  <c:v>1800</c:v>
                </c:pt>
                <c:pt idx="1118">
                  <c:v>1700</c:v>
                </c:pt>
                <c:pt idx="1119">
                  <c:v>2250</c:v>
                </c:pt>
                <c:pt idx="1120">
                  <c:v>1600</c:v>
                </c:pt>
                <c:pt idx="1121">
                  <c:v>2200</c:v>
                </c:pt>
                <c:pt idx="1122">
                  <c:v>4464.2</c:v>
                </c:pt>
                <c:pt idx="1123">
                  <c:v>3550.4</c:v>
                </c:pt>
                <c:pt idx="1124">
                  <c:v>3550.4</c:v>
                </c:pt>
                <c:pt idx="1125">
                  <c:v>3716.8250000000007</c:v>
                </c:pt>
                <c:pt idx="1126">
                  <c:v>4078.4111111111115</c:v>
                </c:pt>
                <c:pt idx="1127">
                  <c:v>1295</c:v>
                </c:pt>
                <c:pt idx="1128">
                  <c:v>1080</c:v>
                </c:pt>
                <c:pt idx="1129">
                  <c:v>2219</c:v>
                </c:pt>
                <c:pt idx="1130">
                  <c:v>1775.2</c:v>
                </c:pt>
                <c:pt idx="1131">
                  <c:v>1200</c:v>
                </c:pt>
                <c:pt idx="1132">
                  <c:v>2500</c:v>
                </c:pt>
                <c:pt idx="1133">
                  <c:v>4000</c:v>
                </c:pt>
                <c:pt idx="1134">
                  <c:v>700</c:v>
                </c:pt>
                <c:pt idx="1135">
                  <c:v>187.5</c:v>
                </c:pt>
                <c:pt idx="1136">
                  <c:v>150</c:v>
                </c:pt>
                <c:pt idx="1137">
                  <c:v>200</c:v>
                </c:pt>
                <c:pt idx="1138">
                  <c:v>700</c:v>
                </c:pt>
                <c:pt idx="1139">
                  <c:v>338.5</c:v>
                </c:pt>
                <c:pt idx="1140">
                  <c:v>300</c:v>
                </c:pt>
                <c:pt idx="1141">
                  <c:v>748.3</c:v>
                </c:pt>
                <c:pt idx="1142">
                  <c:v>606.25</c:v>
                </c:pt>
                <c:pt idx="1143">
                  <c:v>500</c:v>
                </c:pt>
                <c:pt idx="1144">
                  <c:v>800</c:v>
                </c:pt>
                <c:pt idx="1145">
                  <c:v>1200</c:v>
                </c:pt>
                <c:pt idx="1146">
                  <c:v>500</c:v>
                </c:pt>
                <c:pt idx="1147">
                  <c:v>1100</c:v>
                </c:pt>
                <c:pt idx="1148">
                  <c:v>181.05</c:v>
                </c:pt>
                <c:pt idx="1149">
                  <c:v>149.1</c:v>
                </c:pt>
                <c:pt idx="1150">
                  <c:v>127.8</c:v>
                </c:pt>
                <c:pt idx="1151">
                  <c:v>159.75</c:v>
                </c:pt>
                <c:pt idx="1152">
                  <c:v>106.5</c:v>
                </c:pt>
                <c:pt idx="1153">
                  <c:v>380</c:v>
                </c:pt>
                <c:pt idx="1154">
                  <c:v>400</c:v>
                </c:pt>
                <c:pt idx="1155">
                  <c:v>550</c:v>
                </c:pt>
                <c:pt idx="1156">
                  <c:v>1462.8</c:v>
                </c:pt>
                <c:pt idx="1157">
                  <c:v>450</c:v>
                </c:pt>
                <c:pt idx="1158">
                  <c:v>400</c:v>
                </c:pt>
                <c:pt idx="1159">
                  <c:v>900</c:v>
                </c:pt>
                <c:pt idx="1160">
                  <c:v>4621.5</c:v>
                </c:pt>
                <c:pt idx="1161">
                  <c:v>2241.5</c:v>
                </c:pt>
                <c:pt idx="1162">
                  <c:v>650</c:v>
                </c:pt>
                <c:pt idx="1163">
                  <c:v>2000</c:v>
                </c:pt>
                <c:pt idx="1164">
                  <c:v>1500</c:v>
                </c:pt>
                <c:pt idx="1165">
                  <c:v>3488.1000000000004</c:v>
                </c:pt>
                <c:pt idx="1166">
                  <c:v>5946.5</c:v>
                </c:pt>
                <c:pt idx="1167">
                  <c:v>2219</c:v>
                </c:pt>
                <c:pt idx="1168">
                  <c:v>2219</c:v>
                </c:pt>
                <c:pt idx="1169">
                  <c:v>6213.2000000000007</c:v>
                </c:pt>
                <c:pt idx="1170">
                  <c:v>914.71111111111111</c:v>
                </c:pt>
                <c:pt idx="1171">
                  <c:v>1064.3999999999999</c:v>
                </c:pt>
                <c:pt idx="1172">
                  <c:v>1691.9</c:v>
                </c:pt>
                <c:pt idx="1173">
                  <c:v>850</c:v>
                </c:pt>
                <c:pt idx="1174">
                  <c:v>500</c:v>
                </c:pt>
                <c:pt idx="1175">
                  <c:v>300</c:v>
                </c:pt>
                <c:pt idx="1176">
                  <c:v>650</c:v>
                </c:pt>
                <c:pt idx="1177">
                  <c:v>850</c:v>
                </c:pt>
                <c:pt idx="1178">
                  <c:v>1600</c:v>
                </c:pt>
                <c:pt idx="1179">
                  <c:v>1500</c:v>
                </c:pt>
                <c:pt idx="1180">
                  <c:v>250</c:v>
                </c:pt>
                <c:pt idx="1181">
                  <c:v>550</c:v>
                </c:pt>
                <c:pt idx="1182">
                  <c:v>300</c:v>
                </c:pt>
                <c:pt idx="1183">
                  <c:v>600</c:v>
                </c:pt>
                <c:pt idx="1184">
                  <c:v>500</c:v>
                </c:pt>
                <c:pt idx="1185">
                  <c:v>325</c:v>
                </c:pt>
                <c:pt idx="1186">
                  <c:v>2824.25</c:v>
                </c:pt>
                <c:pt idx="1187">
                  <c:v>1800</c:v>
                </c:pt>
                <c:pt idx="1188">
                  <c:v>434.99999999999994</c:v>
                </c:pt>
                <c:pt idx="1189">
                  <c:v>4200</c:v>
                </c:pt>
                <c:pt idx="1190">
                  <c:v>6000</c:v>
                </c:pt>
                <c:pt idx="1191">
                  <c:v>400</c:v>
                </c:pt>
                <c:pt idx="1192">
                  <c:v>1311</c:v>
                </c:pt>
                <c:pt idx="1193">
                  <c:v>1650</c:v>
                </c:pt>
                <c:pt idx="1194">
                  <c:v>1200</c:v>
                </c:pt>
                <c:pt idx="1195">
                  <c:v>4108</c:v>
                </c:pt>
                <c:pt idx="1196">
                  <c:v>2000</c:v>
                </c:pt>
                <c:pt idx="1197">
                  <c:v>1500</c:v>
                </c:pt>
                <c:pt idx="1198">
                  <c:v>1800</c:v>
                </c:pt>
                <c:pt idx="1199">
                  <c:v>3200</c:v>
                </c:pt>
                <c:pt idx="1200">
                  <c:v>5000</c:v>
                </c:pt>
                <c:pt idx="1201">
                  <c:v>2300</c:v>
                </c:pt>
                <c:pt idx="1202">
                  <c:v>1800</c:v>
                </c:pt>
                <c:pt idx="1203">
                  <c:v>1300</c:v>
                </c:pt>
                <c:pt idx="1204">
                  <c:v>1800</c:v>
                </c:pt>
                <c:pt idx="1205">
                  <c:v>2000</c:v>
                </c:pt>
                <c:pt idx="1206">
                  <c:v>6767.6</c:v>
                </c:pt>
                <c:pt idx="1207">
                  <c:v>2500</c:v>
                </c:pt>
                <c:pt idx="1208">
                  <c:v>1000</c:v>
                </c:pt>
                <c:pt idx="1209">
                  <c:v>2662.8</c:v>
                </c:pt>
                <c:pt idx="1210">
                  <c:v>3550.4</c:v>
                </c:pt>
                <c:pt idx="1211">
                  <c:v>3550.4</c:v>
                </c:pt>
                <c:pt idx="1212">
                  <c:v>1242.2361111111111</c:v>
                </c:pt>
                <c:pt idx="1213">
                  <c:v>1800</c:v>
                </c:pt>
                <c:pt idx="1214">
                  <c:v>500</c:v>
                </c:pt>
                <c:pt idx="1215">
                  <c:v>1450</c:v>
                </c:pt>
                <c:pt idx="1216">
                  <c:v>1800</c:v>
                </c:pt>
                <c:pt idx="1217">
                  <c:v>1766.6666666666667</c:v>
                </c:pt>
                <c:pt idx="1218">
                  <c:v>566.66666666666663</c:v>
                </c:pt>
                <c:pt idx="1219">
                  <c:v>1661</c:v>
                </c:pt>
                <c:pt idx="1220">
                  <c:v>575</c:v>
                </c:pt>
                <c:pt idx="1221">
                  <c:v>1100</c:v>
                </c:pt>
                <c:pt idx="1222">
                  <c:v>550</c:v>
                </c:pt>
                <c:pt idx="1223">
                  <c:v>1600</c:v>
                </c:pt>
                <c:pt idx="1224">
                  <c:v>1550</c:v>
                </c:pt>
                <c:pt idx="1225">
                  <c:v>500</c:v>
                </c:pt>
                <c:pt idx="1226">
                  <c:v>550</c:v>
                </c:pt>
                <c:pt idx="1227">
                  <c:v>1200</c:v>
                </c:pt>
                <c:pt idx="1228">
                  <c:v>3550.4</c:v>
                </c:pt>
                <c:pt idx="1229">
                  <c:v>2219</c:v>
                </c:pt>
                <c:pt idx="1230">
                  <c:v>887.6</c:v>
                </c:pt>
                <c:pt idx="1231">
                  <c:v>887.6</c:v>
                </c:pt>
                <c:pt idx="1232">
                  <c:v>887.6</c:v>
                </c:pt>
                <c:pt idx="1233">
                  <c:v>696</c:v>
                </c:pt>
                <c:pt idx="1234">
                  <c:v>1525</c:v>
                </c:pt>
                <c:pt idx="1235">
                  <c:v>152.11267605633802</c:v>
                </c:pt>
                <c:pt idx="1236">
                  <c:v>200</c:v>
                </c:pt>
                <c:pt idx="1237">
                  <c:v>200</c:v>
                </c:pt>
                <c:pt idx="1238">
                  <c:v>200</c:v>
                </c:pt>
                <c:pt idx="1239">
                  <c:v>300</c:v>
                </c:pt>
                <c:pt idx="1240">
                  <c:v>200</c:v>
                </c:pt>
                <c:pt idx="1241">
                  <c:v>150</c:v>
                </c:pt>
                <c:pt idx="1242">
                  <c:v>200</c:v>
                </c:pt>
                <c:pt idx="1243">
                  <c:v>242.85714285714286</c:v>
                </c:pt>
                <c:pt idx="1244">
                  <c:v>275</c:v>
                </c:pt>
                <c:pt idx="1245">
                  <c:v>400</c:v>
                </c:pt>
                <c:pt idx="1246">
                  <c:v>350</c:v>
                </c:pt>
                <c:pt idx="1247">
                  <c:v>500</c:v>
                </c:pt>
                <c:pt idx="1248">
                  <c:v>300</c:v>
                </c:pt>
                <c:pt idx="1249">
                  <c:v>450</c:v>
                </c:pt>
                <c:pt idx="1250">
                  <c:v>400</c:v>
                </c:pt>
                <c:pt idx="1251">
                  <c:v>550</c:v>
                </c:pt>
                <c:pt idx="1252">
                  <c:v>400</c:v>
                </c:pt>
                <c:pt idx="1253">
                  <c:v>550</c:v>
                </c:pt>
                <c:pt idx="1254">
                  <c:v>366.66666666666669</c:v>
                </c:pt>
                <c:pt idx="1255">
                  <c:v>600</c:v>
                </c:pt>
                <c:pt idx="1256">
                  <c:v>200</c:v>
                </c:pt>
                <c:pt idx="1257">
                  <c:v>450</c:v>
                </c:pt>
                <c:pt idx="1258">
                  <c:v>200</c:v>
                </c:pt>
                <c:pt idx="1259">
                  <c:v>100</c:v>
                </c:pt>
                <c:pt idx="1260">
                  <c:v>600</c:v>
                </c:pt>
                <c:pt idx="1261">
                  <c:v>200</c:v>
                </c:pt>
                <c:pt idx="1262">
                  <c:v>155.17241379310346</c:v>
                </c:pt>
                <c:pt idx="1263">
                  <c:v>200</c:v>
                </c:pt>
                <c:pt idx="1264">
                  <c:v>200</c:v>
                </c:pt>
                <c:pt idx="1265">
                  <c:v>250</c:v>
                </c:pt>
                <c:pt idx="1266">
                  <c:v>200</c:v>
                </c:pt>
                <c:pt idx="1267">
                  <c:v>350</c:v>
                </c:pt>
                <c:pt idx="1268">
                  <c:v>550</c:v>
                </c:pt>
                <c:pt idx="1269">
                  <c:v>400</c:v>
                </c:pt>
                <c:pt idx="1270">
                  <c:v>6213.2000000000007</c:v>
                </c:pt>
                <c:pt idx="1271">
                  <c:v>2662.8</c:v>
                </c:pt>
                <c:pt idx="1272">
                  <c:v>2236.3636363636365</c:v>
                </c:pt>
                <c:pt idx="1273">
                  <c:v>1500</c:v>
                </c:pt>
                <c:pt idx="1274">
                  <c:v>1350</c:v>
                </c:pt>
                <c:pt idx="1275">
                  <c:v>407.76699029126212</c:v>
                </c:pt>
                <c:pt idx="1276">
                  <c:v>450</c:v>
                </c:pt>
                <c:pt idx="1277">
                  <c:v>450</c:v>
                </c:pt>
                <c:pt idx="1278">
                  <c:v>466.66666666666669</c:v>
                </c:pt>
                <c:pt idx="1279">
                  <c:v>500</c:v>
                </c:pt>
                <c:pt idx="1280">
                  <c:v>750</c:v>
                </c:pt>
                <c:pt idx="1281">
                  <c:v>800</c:v>
                </c:pt>
                <c:pt idx="1282">
                  <c:v>400</c:v>
                </c:pt>
                <c:pt idx="1283">
                  <c:v>800</c:v>
                </c:pt>
                <c:pt idx="1284">
                  <c:v>700</c:v>
                </c:pt>
                <c:pt idx="1285">
                  <c:v>3000</c:v>
                </c:pt>
                <c:pt idx="1286">
                  <c:v>300</c:v>
                </c:pt>
                <c:pt idx="1287">
                  <c:v>2250</c:v>
                </c:pt>
                <c:pt idx="1288">
                  <c:v>655</c:v>
                </c:pt>
                <c:pt idx="1289">
                  <c:v>400</c:v>
                </c:pt>
                <c:pt idx="1290">
                  <c:v>919.44444444444446</c:v>
                </c:pt>
                <c:pt idx="1291">
                  <c:v>4500</c:v>
                </c:pt>
                <c:pt idx="1292">
                  <c:v>1600</c:v>
                </c:pt>
                <c:pt idx="1293">
                  <c:v>3000</c:v>
                </c:pt>
                <c:pt idx="1294">
                  <c:v>700</c:v>
                </c:pt>
                <c:pt idx="1295">
                  <c:v>450</c:v>
                </c:pt>
                <c:pt idx="1296">
                  <c:v>500</c:v>
                </c:pt>
                <c:pt idx="1297">
                  <c:v>600</c:v>
                </c:pt>
                <c:pt idx="1298">
                  <c:v>450</c:v>
                </c:pt>
                <c:pt idx="1299">
                  <c:v>300</c:v>
                </c:pt>
                <c:pt idx="1300">
                  <c:v>3550.4</c:v>
                </c:pt>
                <c:pt idx="1301">
                  <c:v>3550.4</c:v>
                </c:pt>
                <c:pt idx="1302">
                  <c:v>475</c:v>
                </c:pt>
                <c:pt idx="1303">
                  <c:v>1500</c:v>
                </c:pt>
                <c:pt idx="1304">
                  <c:v>1000</c:v>
                </c:pt>
                <c:pt idx="1305">
                  <c:v>150</c:v>
                </c:pt>
                <c:pt idx="1306">
                  <c:v>414.22008547008545</c:v>
                </c:pt>
                <c:pt idx="1307">
                  <c:v>600</c:v>
                </c:pt>
                <c:pt idx="1308">
                  <c:v>1500</c:v>
                </c:pt>
                <c:pt idx="1309">
                  <c:v>1200</c:v>
                </c:pt>
                <c:pt idx="1310">
                  <c:v>2000</c:v>
                </c:pt>
                <c:pt idx="1311">
                  <c:v>1850</c:v>
                </c:pt>
                <c:pt idx="1312">
                  <c:v>1100</c:v>
                </c:pt>
                <c:pt idx="1313">
                  <c:v>500</c:v>
                </c:pt>
                <c:pt idx="1314">
                  <c:v>2250</c:v>
                </c:pt>
                <c:pt idx="1315">
                  <c:v>1837.5</c:v>
                </c:pt>
                <c:pt idx="1316">
                  <c:v>1925</c:v>
                </c:pt>
                <c:pt idx="1317">
                  <c:v>1850</c:v>
                </c:pt>
                <c:pt idx="1318">
                  <c:v>400</c:v>
                </c:pt>
                <c:pt idx="1319">
                  <c:v>550</c:v>
                </c:pt>
                <c:pt idx="1320">
                  <c:v>100</c:v>
                </c:pt>
                <c:pt idx="1321">
                  <c:v>470</c:v>
                </c:pt>
                <c:pt idx="1322">
                  <c:v>600</c:v>
                </c:pt>
                <c:pt idx="1323">
                  <c:v>950</c:v>
                </c:pt>
                <c:pt idx="1324">
                  <c:v>600</c:v>
                </c:pt>
                <c:pt idx="1325">
                  <c:v>350</c:v>
                </c:pt>
                <c:pt idx="1326">
                  <c:v>700</c:v>
                </c:pt>
                <c:pt idx="1327">
                  <c:v>400</c:v>
                </c:pt>
                <c:pt idx="1328">
                  <c:v>1000</c:v>
                </c:pt>
                <c:pt idx="1329">
                  <c:v>625.53816046966733</c:v>
                </c:pt>
                <c:pt idx="1330">
                  <c:v>800</c:v>
                </c:pt>
                <c:pt idx="1331">
                  <c:v>400</c:v>
                </c:pt>
                <c:pt idx="1332">
                  <c:v>500</c:v>
                </c:pt>
                <c:pt idx="1333">
                  <c:v>916.66666666666663</c:v>
                </c:pt>
                <c:pt idx="1334">
                  <c:v>1068.4615384615386</c:v>
                </c:pt>
                <c:pt idx="1335">
                  <c:v>600</c:v>
                </c:pt>
                <c:pt idx="1336">
                  <c:v>512.5</c:v>
                </c:pt>
                <c:pt idx="1337">
                  <c:v>1100</c:v>
                </c:pt>
                <c:pt idx="1338">
                  <c:v>1245.8333333333333</c:v>
                </c:pt>
                <c:pt idx="1339">
                  <c:v>1000</c:v>
                </c:pt>
                <c:pt idx="1340">
                  <c:v>1800</c:v>
                </c:pt>
                <c:pt idx="1341">
                  <c:v>700</c:v>
                </c:pt>
                <c:pt idx="1342">
                  <c:v>1300</c:v>
                </c:pt>
                <c:pt idx="1343">
                  <c:v>1550</c:v>
                </c:pt>
                <c:pt idx="1344">
                  <c:v>850</c:v>
                </c:pt>
                <c:pt idx="1345">
                  <c:v>2300</c:v>
                </c:pt>
                <c:pt idx="1346">
                  <c:v>1500</c:v>
                </c:pt>
                <c:pt idx="1347">
                  <c:v>1016.6666666666666</c:v>
                </c:pt>
                <c:pt idx="1348">
                  <c:v>583.08823529411768</c:v>
                </c:pt>
                <c:pt idx="1349">
                  <c:v>800</c:v>
                </c:pt>
                <c:pt idx="1350">
                  <c:v>800</c:v>
                </c:pt>
                <c:pt idx="1351">
                  <c:v>450</c:v>
                </c:pt>
                <c:pt idx="1352">
                  <c:v>400</c:v>
                </c:pt>
                <c:pt idx="1353">
                  <c:v>300</c:v>
                </c:pt>
                <c:pt idx="1354">
                  <c:v>1275</c:v>
                </c:pt>
                <c:pt idx="1355">
                  <c:v>959.375</c:v>
                </c:pt>
                <c:pt idx="1356">
                  <c:v>2000</c:v>
                </c:pt>
                <c:pt idx="1357">
                  <c:v>1287.5</c:v>
                </c:pt>
                <c:pt idx="1358">
                  <c:v>900</c:v>
                </c:pt>
                <c:pt idx="1359">
                  <c:v>2000</c:v>
                </c:pt>
                <c:pt idx="1360">
                  <c:v>1200</c:v>
                </c:pt>
                <c:pt idx="1361">
                  <c:v>800</c:v>
                </c:pt>
                <c:pt idx="1362">
                  <c:v>1000</c:v>
                </c:pt>
                <c:pt idx="1363">
                  <c:v>1650</c:v>
                </c:pt>
                <c:pt idx="1364">
                  <c:v>400</c:v>
                </c:pt>
                <c:pt idx="1365">
                  <c:v>500</c:v>
                </c:pt>
                <c:pt idx="1366">
                  <c:v>600</c:v>
                </c:pt>
                <c:pt idx="1367">
                  <c:v>1600</c:v>
                </c:pt>
                <c:pt idx="1368">
                  <c:v>1300</c:v>
                </c:pt>
                <c:pt idx="1369">
                  <c:v>600</c:v>
                </c:pt>
                <c:pt idx="1370">
                  <c:v>1400</c:v>
                </c:pt>
                <c:pt idx="1371">
                  <c:v>1400</c:v>
                </c:pt>
                <c:pt idx="1372">
                  <c:v>650</c:v>
                </c:pt>
                <c:pt idx="1373">
                  <c:v>722.85714285714289</c:v>
                </c:pt>
                <c:pt idx="1374">
                  <c:v>1200</c:v>
                </c:pt>
                <c:pt idx="1375">
                  <c:v>575</c:v>
                </c:pt>
                <c:pt idx="1376">
                  <c:v>1700</c:v>
                </c:pt>
                <c:pt idx="1377">
                  <c:v>1000</c:v>
                </c:pt>
                <c:pt idx="1378">
                  <c:v>575</c:v>
                </c:pt>
                <c:pt idx="1379">
                  <c:v>1100</c:v>
                </c:pt>
                <c:pt idx="1380">
                  <c:v>1500</c:v>
                </c:pt>
                <c:pt idx="1381">
                  <c:v>452.94117647058823</c:v>
                </c:pt>
                <c:pt idx="1382">
                  <c:v>600</c:v>
                </c:pt>
                <c:pt idx="1383">
                  <c:v>450</c:v>
                </c:pt>
                <c:pt idx="1384">
                  <c:v>475</c:v>
                </c:pt>
                <c:pt idx="1385">
                  <c:v>6000</c:v>
                </c:pt>
                <c:pt idx="1386">
                  <c:v>650</c:v>
                </c:pt>
                <c:pt idx="1387">
                  <c:v>1500</c:v>
                </c:pt>
                <c:pt idx="1388">
                  <c:v>550</c:v>
                </c:pt>
                <c:pt idx="1389">
                  <c:v>400</c:v>
                </c:pt>
                <c:pt idx="1390">
                  <c:v>522</c:v>
                </c:pt>
                <c:pt idx="1391">
                  <c:v>533.33333333333337</c:v>
                </c:pt>
                <c:pt idx="1392">
                  <c:v>500</c:v>
                </c:pt>
                <c:pt idx="1393">
                  <c:v>300</c:v>
                </c:pt>
                <c:pt idx="1394">
                  <c:v>840</c:v>
                </c:pt>
                <c:pt idx="1395">
                  <c:v>1500</c:v>
                </c:pt>
                <c:pt idx="1396">
                  <c:v>1200</c:v>
                </c:pt>
                <c:pt idx="1397">
                  <c:v>800</c:v>
                </c:pt>
                <c:pt idx="1398">
                  <c:v>550</c:v>
                </c:pt>
                <c:pt idx="1399">
                  <c:v>550</c:v>
                </c:pt>
                <c:pt idx="1400">
                  <c:v>2438</c:v>
                </c:pt>
                <c:pt idx="1401">
                  <c:v>1262.5</c:v>
                </c:pt>
                <c:pt idx="1402">
                  <c:v>1812.5</c:v>
                </c:pt>
                <c:pt idx="1403">
                  <c:v>1000</c:v>
                </c:pt>
                <c:pt idx="1404">
                  <c:v>1200</c:v>
                </c:pt>
                <c:pt idx="1405">
                  <c:v>950</c:v>
                </c:pt>
                <c:pt idx="1406">
                  <c:v>1519.4444444444443</c:v>
                </c:pt>
                <c:pt idx="1407">
                  <c:v>2500</c:v>
                </c:pt>
                <c:pt idx="1408">
                  <c:v>1150</c:v>
                </c:pt>
                <c:pt idx="1409">
                  <c:v>1000</c:v>
                </c:pt>
                <c:pt idx="1410">
                  <c:v>1500</c:v>
                </c:pt>
                <c:pt idx="1411">
                  <c:v>1200</c:v>
                </c:pt>
                <c:pt idx="1412">
                  <c:v>2000</c:v>
                </c:pt>
                <c:pt idx="1413">
                  <c:v>1000</c:v>
                </c:pt>
                <c:pt idx="1414">
                  <c:v>1400</c:v>
                </c:pt>
                <c:pt idx="1415">
                  <c:v>1600</c:v>
                </c:pt>
                <c:pt idx="1416">
                  <c:v>2000</c:v>
                </c:pt>
                <c:pt idx="1417">
                  <c:v>1400</c:v>
                </c:pt>
                <c:pt idx="1418">
                  <c:v>3800</c:v>
                </c:pt>
                <c:pt idx="1419">
                  <c:v>916.66666666666663</c:v>
                </c:pt>
                <c:pt idx="1420">
                  <c:v>1200</c:v>
                </c:pt>
                <c:pt idx="1421">
                  <c:v>1150</c:v>
                </c:pt>
                <c:pt idx="1422">
                  <c:v>1555.5555555555557</c:v>
                </c:pt>
                <c:pt idx="1423">
                  <c:v>1200</c:v>
                </c:pt>
                <c:pt idx="1424">
                  <c:v>1150</c:v>
                </c:pt>
                <c:pt idx="1425">
                  <c:v>1500</c:v>
                </c:pt>
                <c:pt idx="1426">
                  <c:v>1300</c:v>
                </c:pt>
                <c:pt idx="1427">
                  <c:v>1200</c:v>
                </c:pt>
                <c:pt idx="1428">
                  <c:v>1400</c:v>
                </c:pt>
                <c:pt idx="1429">
                  <c:v>800</c:v>
                </c:pt>
                <c:pt idx="1430">
                  <c:v>1766.6666666666667</c:v>
                </c:pt>
                <c:pt idx="1431">
                  <c:v>400</c:v>
                </c:pt>
                <c:pt idx="1432">
                  <c:v>1000</c:v>
                </c:pt>
                <c:pt idx="1433">
                  <c:v>2000</c:v>
                </c:pt>
                <c:pt idx="1434">
                  <c:v>1350</c:v>
                </c:pt>
                <c:pt idx="1435">
                  <c:v>1460</c:v>
                </c:pt>
                <c:pt idx="1436">
                  <c:v>2000</c:v>
                </c:pt>
                <c:pt idx="1437">
                  <c:v>1850</c:v>
                </c:pt>
                <c:pt idx="1438">
                  <c:v>2100</c:v>
                </c:pt>
                <c:pt idx="1439">
                  <c:v>5000</c:v>
                </c:pt>
                <c:pt idx="1440">
                  <c:v>1650</c:v>
                </c:pt>
                <c:pt idx="1441">
                  <c:v>1520</c:v>
                </c:pt>
                <c:pt idx="1442">
                  <c:v>1500</c:v>
                </c:pt>
                <c:pt idx="1443">
                  <c:v>900</c:v>
                </c:pt>
                <c:pt idx="1444">
                  <c:v>470.27027027027026</c:v>
                </c:pt>
                <c:pt idx="1445">
                  <c:v>300</c:v>
                </c:pt>
                <c:pt idx="1446">
                  <c:v>800</c:v>
                </c:pt>
                <c:pt idx="1447">
                  <c:v>500</c:v>
                </c:pt>
                <c:pt idx="1448">
                  <c:v>533.33333333333337</c:v>
                </c:pt>
                <c:pt idx="1449">
                  <c:v>500</c:v>
                </c:pt>
                <c:pt idx="1450">
                  <c:v>1200</c:v>
                </c:pt>
                <c:pt idx="1451">
                  <c:v>900</c:v>
                </c:pt>
                <c:pt idx="1452">
                  <c:v>400</c:v>
                </c:pt>
                <c:pt idx="1453">
                  <c:v>400</c:v>
                </c:pt>
                <c:pt idx="1454">
                  <c:v>1000</c:v>
                </c:pt>
                <c:pt idx="1455">
                  <c:v>800</c:v>
                </c:pt>
                <c:pt idx="1456">
                  <c:v>1400</c:v>
                </c:pt>
                <c:pt idx="1457">
                  <c:v>200</c:v>
                </c:pt>
                <c:pt idx="1458">
                  <c:v>416.66666666666669</c:v>
                </c:pt>
                <c:pt idx="1459">
                  <c:v>350</c:v>
                </c:pt>
                <c:pt idx="1460">
                  <c:v>300</c:v>
                </c:pt>
                <c:pt idx="1461">
                  <c:v>1000</c:v>
                </c:pt>
                <c:pt idx="1462">
                  <c:v>1900</c:v>
                </c:pt>
                <c:pt idx="1463">
                  <c:v>1500</c:v>
                </c:pt>
                <c:pt idx="1464">
                  <c:v>300</c:v>
                </c:pt>
                <c:pt idx="1465">
                  <c:v>400</c:v>
                </c:pt>
                <c:pt idx="1466">
                  <c:v>500</c:v>
                </c:pt>
                <c:pt idx="1467">
                  <c:v>1650</c:v>
                </c:pt>
                <c:pt idx="1468">
                  <c:v>300</c:v>
                </c:pt>
                <c:pt idx="1469">
                  <c:v>1466.6666666666667</c:v>
                </c:pt>
                <c:pt idx="1470">
                  <c:v>1600</c:v>
                </c:pt>
                <c:pt idx="1471">
                  <c:v>1200</c:v>
                </c:pt>
                <c:pt idx="1472">
                  <c:v>983.33333333333337</c:v>
                </c:pt>
                <c:pt idx="1473">
                  <c:v>1600</c:v>
                </c:pt>
                <c:pt idx="1474">
                  <c:v>500</c:v>
                </c:pt>
                <c:pt idx="1475">
                  <c:v>1200</c:v>
                </c:pt>
                <c:pt idx="1476">
                  <c:v>1400</c:v>
                </c:pt>
                <c:pt idx="1477">
                  <c:v>921.42857142857144</c:v>
                </c:pt>
                <c:pt idx="1478">
                  <c:v>1350</c:v>
                </c:pt>
                <c:pt idx="1479">
                  <c:v>1200</c:v>
                </c:pt>
                <c:pt idx="1480">
                  <c:v>1450</c:v>
                </c:pt>
                <c:pt idx="1481">
                  <c:v>700</c:v>
                </c:pt>
                <c:pt idx="1482">
                  <c:v>300</c:v>
                </c:pt>
                <c:pt idx="1483">
                  <c:v>800</c:v>
                </c:pt>
                <c:pt idx="1484">
                  <c:v>1600</c:v>
                </c:pt>
                <c:pt idx="1485">
                  <c:v>1200</c:v>
                </c:pt>
                <c:pt idx="1486">
                  <c:v>1900</c:v>
                </c:pt>
                <c:pt idx="1487">
                  <c:v>1200</c:v>
                </c:pt>
                <c:pt idx="1488">
                  <c:v>2000</c:v>
                </c:pt>
                <c:pt idx="1489">
                  <c:v>2000</c:v>
                </c:pt>
                <c:pt idx="1490">
                  <c:v>1000</c:v>
                </c:pt>
                <c:pt idx="1491">
                  <c:v>2100</c:v>
                </c:pt>
                <c:pt idx="1492">
                  <c:v>1550</c:v>
                </c:pt>
                <c:pt idx="1493">
                  <c:v>400</c:v>
                </c:pt>
                <c:pt idx="1494">
                  <c:v>650</c:v>
                </c:pt>
                <c:pt idx="1495">
                  <c:v>1350</c:v>
                </c:pt>
                <c:pt idx="1496">
                  <c:v>1466.6666666666667</c:v>
                </c:pt>
                <c:pt idx="1497">
                  <c:v>1400</c:v>
                </c:pt>
                <c:pt idx="1498">
                  <c:v>1600</c:v>
                </c:pt>
                <c:pt idx="1499">
                  <c:v>1600</c:v>
                </c:pt>
                <c:pt idx="1500">
                  <c:v>1900</c:v>
                </c:pt>
                <c:pt idx="1501">
                  <c:v>2100</c:v>
                </c:pt>
                <c:pt idx="1502">
                  <c:v>1350</c:v>
                </c:pt>
                <c:pt idx="1503">
                  <c:v>3500</c:v>
                </c:pt>
                <c:pt idx="1504">
                  <c:v>1100</c:v>
                </c:pt>
                <c:pt idx="1505">
                  <c:v>1500</c:v>
                </c:pt>
                <c:pt idx="1506">
                  <c:v>1200</c:v>
                </c:pt>
                <c:pt idx="1507">
                  <c:v>2000</c:v>
                </c:pt>
                <c:pt idx="1508">
                  <c:v>375</c:v>
                </c:pt>
                <c:pt idx="1509">
                  <c:v>500</c:v>
                </c:pt>
                <c:pt idx="1510">
                  <c:v>800</c:v>
                </c:pt>
                <c:pt idx="1511">
                  <c:v>500</c:v>
                </c:pt>
                <c:pt idx="1512">
                  <c:v>400</c:v>
                </c:pt>
                <c:pt idx="1513">
                  <c:v>450</c:v>
                </c:pt>
                <c:pt idx="1514">
                  <c:v>774.16167664670661</c:v>
                </c:pt>
                <c:pt idx="1515">
                  <c:v>200</c:v>
                </c:pt>
                <c:pt idx="1516">
                  <c:v>2000</c:v>
                </c:pt>
                <c:pt idx="1517">
                  <c:v>425</c:v>
                </c:pt>
                <c:pt idx="1518">
                  <c:v>631.25</c:v>
                </c:pt>
                <c:pt idx="1519">
                  <c:v>650</c:v>
                </c:pt>
                <c:pt idx="1520">
                  <c:v>721.57360406091368</c:v>
                </c:pt>
                <c:pt idx="1521">
                  <c:v>800</c:v>
                </c:pt>
                <c:pt idx="1522">
                  <c:v>1400</c:v>
                </c:pt>
                <c:pt idx="1523">
                  <c:v>900</c:v>
                </c:pt>
                <c:pt idx="1524">
                  <c:v>612.5</c:v>
                </c:pt>
                <c:pt idx="1525">
                  <c:v>825</c:v>
                </c:pt>
                <c:pt idx="1526">
                  <c:v>1000</c:v>
                </c:pt>
                <c:pt idx="1527">
                  <c:v>600</c:v>
                </c:pt>
                <c:pt idx="1528">
                  <c:v>800</c:v>
                </c:pt>
                <c:pt idx="1529">
                  <c:v>810</c:v>
                </c:pt>
                <c:pt idx="1530">
                  <c:v>850</c:v>
                </c:pt>
                <c:pt idx="1531">
                  <c:v>1600</c:v>
                </c:pt>
                <c:pt idx="1532">
                  <c:v>566.66666666666663</c:v>
                </c:pt>
                <c:pt idx="1533">
                  <c:v>250</c:v>
                </c:pt>
                <c:pt idx="1534">
                  <c:v>400</c:v>
                </c:pt>
                <c:pt idx="1535">
                  <c:v>1500</c:v>
                </c:pt>
                <c:pt idx="1536">
                  <c:v>1500</c:v>
                </c:pt>
                <c:pt idx="1537">
                  <c:v>2000</c:v>
                </c:pt>
                <c:pt idx="1538">
                  <c:v>1400</c:v>
                </c:pt>
                <c:pt idx="1539">
                  <c:v>1000</c:v>
                </c:pt>
                <c:pt idx="1540">
                  <c:v>600</c:v>
                </c:pt>
                <c:pt idx="1541">
                  <c:v>1000</c:v>
                </c:pt>
                <c:pt idx="1542">
                  <c:v>950</c:v>
                </c:pt>
                <c:pt idx="1543">
                  <c:v>600</c:v>
                </c:pt>
                <c:pt idx="1544">
                  <c:v>1000</c:v>
                </c:pt>
                <c:pt idx="1545">
                  <c:v>1000</c:v>
                </c:pt>
                <c:pt idx="1546">
                  <c:v>1400</c:v>
                </c:pt>
                <c:pt idx="1547">
                  <c:v>600</c:v>
                </c:pt>
                <c:pt idx="1548">
                  <c:v>700</c:v>
                </c:pt>
                <c:pt idx="1549">
                  <c:v>900</c:v>
                </c:pt>
                <c:pt idx="1550">
                  <c:v>700</c:v>
                </c:pt>
                <c:pt idx="1551">
                  <c:v>600</c:v>
                </c:pt>
                <c:pt idx="1552">
                  <c:v>1500</c:v>
                </c:pt>
                <c:pt idx="1553">
                  <c:v>1500</c:v>
                </c:pt>
                <c:pt idx="1554">
                  <c:v>331.42857142857144</c:v>
                </c:pt>
                <c:pt idx="1555">
                  <c:v>1400</c:v>
                </c:pt>
                <c:pt idx="1556">
                  <c:v>500</c:v>
                </c:pt>
                <c:pt idx="1557">
                  <c:v>350</c:v>
                </c:pt>
                <c:pt idx="1558">
                  <c:v>1200</c:v>
                </c:pt>
                <c:pt idx="1559">
                  <c:v>480.43478260869563</c:v>
                </c:pt>
                <c:pt idx="1560">
                  <c:v>473.07692307692309</c:v>
                </c:pt>
                <c:pt idx="1561">
                  <c:v>300</c:v>
                </c:pt>
                <c:pt idx="1562">
                  <c:v>450</c:v>
                </c:pt>
                <c:pt idx="1563">
                  <c:v>350</c:v>
                </c:pt>
                <c:pt idx="1564">
                  <c:v>383.33333333333331</c:v>
                </c:pt>
                <c:pt idx="1565">
                  <c:v>500</c:v>
                </c:pt>
                <c:pt idx="1566">
                  <c:v>550</c:v>
                </c:pt>
                <c:pt idx="1567">
                  <c:v>450</c:v>
                </c:pt>
                <c:pt idx="1568">
                  <c:v>300</c:v>
                </c:pt>
                <c:pt idx="1569">
                  <c:v>500</c:v>
                </c:pt>
                <c:pt idx="1570">
                  <c:v>575</c:v>
                </c:pt>
                <c:pt idx="1571">
                  <c:v>475</c:v>
                </c:pt>
                <c:pt idx="1572">
                  <c:v>550</c:v>
                </c:pt>
                <c:pt idx="1573">
                  <c:v>500</c:v>
                </c:pt>
                <c:pt idx="1574">
                  <c:v>543.75</c:v>
                </c:pt>
                <c:pt idx="1575">
                  <c:v>550</c:v>
                </c:pt>
                <c:pt idx="1576">
                  <c:v>550</c:v>
                </c:pt>
                <c:pt idx="1577">
                  <c:v>500</c:v>
                </c:pt>
                <c:pt idx="1578">
                  <c:v>600</c:v>
                </c:pt>
                <c:pt idx="1579">
                  <c:v>700</c:v>
                </c:pt>
                <c:pt idx="1580">
                  <c:v>500</c:v>
                </c:pt>
                <c:pt idx="1581">
                  <c:v>500</c:v>
                </c:pt>
                <c:pt idx="1582">
                  <c:v>300</c:v>
                </c:pt>
                <c:pt idx="1583">
                  <c:v>883.33333333333337</c:v>
                </c:pt>
                <c:pt idx="1584">
                  <c:v>666.66666666666663</c:v>
                </c:pt>
                <c:pt idx="1585">
                  <c:v>400</c:v>
                </c:pt>
                <c:pt idx="1586">
                  <c:v>400</c:v>
                </c:pt>
                <c:pt idx="1587">
                  <c:v>600</c:v>
                </c:pt>
                <c:pt idx="1588">
                  <c:v>525</c:v>
                </c:pt>
                <c:pt idx="1589">
                  <c:v>1200</c:v>
                </c:pt>
                <c:pt idx="1590">
                  <c:v>286.36363636363637</c:v>
                </c:pt>
                <c:pt idx="1591">
                  <c:v>1000</c:v>
                </c:pt>
                <c:pt idx="1592">
                  <c:v>300</c:v>
                </c:pt>
                <c:pt idx="1593">
                  <c:v>350</c:v>
                </c:pt>
                <c:pt idx="1594">
                  <c:v>400</c:v>
                </c:pt>
                <c:pt idx="1595">
                  <c:v>316.66666666666669</c:v>
                </c:pt>
                <c:pt idx="1596">
                  <c:v>500</c:v>
                </c:pt>
                <c:pt idx="1597">
                  <c:v>300</c:v>
                </c:pt>
                <c:pt idx="1598">
                  <c:v>600</c:v>
                </c:pt>
                <c:pt idx="1599">
                  <c:v>500</c:v>
                </c:pt>
                <c:pt idx="1600">
                  <c:v>400</c:v>
                </c:pt>
                <c:pt idx="1601">
                  <c:v>1375</c:v>
                </c:pt>
                <c:pt idx="1602">
                  <c:v>800</c:v>
                </c:pt>
                <c:pt idx="1603">
                  <c:v>600</c:v>
                </c:pt>
                <c:pt idx="1604">
                  <c:v>525</c:v>
                </c:pt>
                <c:pt idx="1605">
                  <c:v>3047.4999999999995</c:v>
                </c:pt>
                <c:pt idx="1606">
                  <c:v>1208.5</c:v>
                </c:pt>
                <c:pt idx="1607">
                  <c:v>2175.3000000000002</c:v>
                </c:pt>
                <c:pt idx="1608">
                  <c:v>3884.4250000000002</c:v>
                </c:pt>
                <c:pt idx="1609">
                  <c:v>4162.55</c:v>
                </c:pt>
                <c:pt idx="1610">
                  <c:v>1933.6000000000001</c:v>
                </c:pt>
                <c:pt idx="1611">
                  <c:v>1000</c:v>
                </c:pt>
                <c:pt idx="1612">
                  <c:v>1300</c:v>
                </c:pt>
                <c:pt idx="1613">
                  <c:v>1200</c:v>
                </c:pt>
                <c:pt idx="1614">
                  <c:v>106.5</c:v>
                </c:pt>
                <c:pt idx="1615">
                  <c:v>1350</c:v>
                </c:pt>
                <c:pt idx="1616">
                  <c:v>1200</c:v>
                </c:pt>
                <c:pt idx="1617">
                  <c:v>1661</c:v>
                </c:pt>
                <c:pt idx="1618">
                  <c:v>719.63584905660377</c:v>
                </c:pt>
                <c:pt idx="1619">
                  <c:v>1331.3999999999999</c:v>
                </c:pt>
                <c:pt idx="1620">
                  <c:v>2219</c:v>
                </c:pt>
                <c:pt idx="1621">
                  <c:v>250</c:v>
                </c:pt>
                <c:pt idx="1622">
                  <c:v>600</c:v>
                </c:pt>
                <c:pt idx="1623">
                  <c:v>700</c:v>
                </c:pt>
                <c:pt idx="1624">
                  <c:v>300</c:v>
                </c:pt>
                <c:pt idx="1625">
                  <c:v>500</c:v>
                </c:pt>
                <c:pt idx="1626">
                  <c:v>649.83664122137407</c:v>
                </c:pt>
                <c:pt idx="1627">
                  <c:v>200</c:v>
                </c:pt>
                <c:pt idx="1628">
                  <c:v>500</c:v>
                </c:pt>
                <c:pt idx="1629">
                  <c:v>1522.9199999999998</c:v>
                </c:pt>
                <c:pt idx="1630">
                  <c:v>250</c:v>
                </c:pt>
                <c:pt idx="1631">
                  <c:v>1098.0289473684211</c:v>
                </c:pt>
                <c:pt idx="1632">
                  <c:v>900</c:v>
                </c:pt>
                <c:pt idx="1633">
                  <c:v>1400</c:v>
                </c:pt>
                <c:pt idx="1634">
                  <c:v>500</c:v>
                </c:pt>
                <c:pt idx="1635">
                  <c:v>1000</c:v>
                </c:pt>
                <c:pt idx="1636">
                  <c:v>200</c:v>
                </c:pt>
                <c:pt idx="1637">
                  <c:v>700</c:v>
                </c:pt>
                <c:pt idx="1638">
                  <c:v>3500</c:v>
                </c:pt>
                <c:pt idx="1639">
                  <c:v>1686.44</c:v>
                </c:pt>
                <c:pt idx="1640">
                  <c:v>2219</c:v>
                </c:pt>
                <c:pt idx="1641">
                  <c:v>6213.2000000000007</c:v>
                </c:pt>
                <c:pt idx="1642">
                  <c:v>1200</c:v>
                </c:pt>
                <c:pt idx="1643">
                  <c:v>1400</c:v>
                </c:pt>
                <c:pt idx="1644">
                  <c:v>3550.4</c:v>
                </c:pt>
                <c:pt idx="1645">
                  <c:v>925</c:v>
                </c:pt>
                <c:pt idx="1646">
                  <c:v>800</c:v>
                </c:pt>
                <c:pt idx="1647">
                  <c:v>400</c:v>
                </c:pt>
                <c:pt idx="1648">
                  <c:v>4757.2000000000007</c:v>
                </c:pt>
                <c:pt idx="1649">
                  <c:v>316.66666666666669</c:v>
                </c:pt>
                <c:pt idx="1650">
                  <c:v>357.95454545454544</c:v>
                </c:pt>
                <c:pt idx="1651">
                  <c:v>175</c:v>
                </c:pt>
                <c:pt idx="1652">
                  <c:v>416.66666666666669</c:v>
                </c:pt>
                <c:pt idx="1653">
                  <c:v>400</c:v>
                </c:pt>
                <c:pt idx="1654">
                  <c:v>650</c:v>
                </c:pt>
                <c:pt idx="1655">
                  <c:v>351.0204081632653</c:v>
                </c:pt>
                <c:pt idx="1656">
                  <c:v>300</c:v>
                </c:pt>
                <c:pt idx="1657">
                  <c:v>213</c:v>
                </c:pt>
                <c:pt idx="1658">
                  <c:v>170.39999999999998</c:v>
                </c:pt>
                <c:pt idx="1659">
                  <c:v>159.75</c:v>
                </c:pt>
                <c:pt idx="1660">
                  <c:v>500</c:v>
                </c:pt>
                <c:pt idx="1661">
                  <c:v>400</c:v>
                </c:pt>
                <c:pt idx="1662">
                  <c:v>887.6</c:v>
                </c:pt>
                <c:pt idx="1663">
                  <c:v>2884.7</c:v>
                </c:pt>
                <c:pt idx="1664">
                  <c:v>3550.4</c:v>
                </c:pt>
                <c:pt idx="1665">
                  <c:v>2219</c:v>
                </c:pt>
                <c:pt idx="1666">
                  <c:v>5351.85</c:v>
                </c:pt>
                <c:pt idx="1667">
                  <c:v>2449.9428571428575</c:v>
                </c:pt>
                <c:pt idx="1668">
                  <c:v>2331</c:v>
                </c:pt>
                <c:pt idx="1669">
                  <c:v>5272.7250000000004</c:v>
                </c:pt>
                <c:pt idx="1670">
                  <c:v>20010</c:v>
                </c:pt>
                <c:pt idx="1671">
                  <c:v>26680</c:v>
                </c:pt>
                <c:pt idx="1672">
                  <c:v>2590</c:v>
                </c:pt>
                <c:pt idx="1673">
                  <c:v>2325.4</c:v>
                </c:pt>
                <c:pt idx="1674">
                  <c:v>800</c:v>
                </c:pt>
                <c:pt idx="1675">
                  <c:v>4000</c:v>
                </c:pt>
                <c:pt idx="1676">
                  <c:v>1200</c:v>
                </c:pt>
                <c:pt idx="1677">
                  <c:v>1000</c:v>
                </c:pt>
                <c:pt idx="1678">
                  <c:v>1800</c:v>
                </c:pt>
                <c:pt idx="1679">
                  <c:v>1500</c:v>
                </c:pt>
                <c:pt idx="1680">
                  <c:v>1500</c:v>
                </c:pt>
                <c:pt idx="1681">
                  <c:v>13340</c:v>
                </c:pt>
                <c:pt idx="1682">
                  <c:v>800</c:v>
                </c:pt>
                <c:pt idx="1683">
                  <c:v>3152.5</c:v>
                </c:pt>
                <c:pt idx="1684">
                  <c:v>2952.6</c:v>
                </c:pt>
                <c:pt idx="1685">
                  <c:v>4621.5</c:v>
                </c:pt>
                <c:pt idx="1686">
                  <c:v>2000</c:v>
                </c:pt>
                <c:pt idx="1687">
                  <c:v>400</c:v>
                </c:pt>
                <c:pt idx="1688">
                  <c:v>1983.3333333333333</c:v>
                </c:pt>
                <c:pt idx="1689">
                  <c:v>1500</c:v>
                </c:pt>
                <c:pt idx="1690">
                  <c:v>3550.4</c:v>
                </c:pt>
                <c:pt idx="1691">
                  <c:v>3550.4</c:v>
                </c:pt>
                <c:pt idx="1692">
                  <c:v>3550.4</c:v>
                </c:pt>
                <c:pt idx="1693">
                  <c:v>3550.4</c:v>
                </c:pt>
                <c:pt idx="1694">
                  <c:v>3550.4</c:v>
                </c:pt>
                <c:pt idx="1695">
                  <c:v>540</c:v>
                </c:pt>
                <c:pt idx="1696">
                  <c:v>5325.6</c:v>
                </c:pt>
                <c:pt idx="1697">
                  <c:v>2662.8</c:v>
                </c:pt>
                <c:pt idx="1698">
                  <c:v>3750</c:v>
                </c:pt>
                <c:pt idx="1699">
                  <c:v>359.74910714285716</c:v>
                </c:pt>
                <c:pt idx="1700">
                  <c:v>200</c:v>
                </c:pt>
                <c:pt idx="1701">
                  <c:v>366.66666666666669</c:v>
                </c:pt>
                <c:pt idx="1702">
                  <c:v>800</c:v>
                </c:pt>
                <c:pt idx="1703">
                  <c:v>600</c:v>
                </c:pt>
                <c:pt idx="1704">
                  <c:v>600</c:v>
                </c:pt>
                <c:pt idx="1705">
                  <c:v>313.23529411764707</c:v>
                </c:pt>
                <c:pt idx="1706">
                  <c:v>600</c:v>
                </c:pt>
                <c:pt idx="1707">
                  <c:v>600</c:v>
                </c:pt>
                <c:pt idx="1708">
                  <c:v>283.33333333333331</c:v>
                </c:pt>
                <c:pt idx="1709">
                  <c:v>200</c:v>
                </c:pt>
                <c:pt idx="1710">
                  <c:v>200</c:v>
                </c:pt>
                <c:pt idx="1711">
                  <c:v>450</c:v>
                </c:pt>
                <c:pt idx="1712">
                  <c:v>337.5</c:v>
                </c:pt>
                <c:pt idx="1713">
                  <c:v>400</c:v>
                </c:pt>
                <c:pt idx="1714">
                  <c:v>550</c:v>
                </c:pt>
                <c:pt idx="1715">
                  <c:v>200</c:v>
                </c:pt>
                <c:pt idx="1716">
                  <c:v>316.66666666666669</c:v>
                </c:pt>
                <c:pt idx="1717">
                  <c:v>450</c:v>
                </c:pt>
                <c:pt idx="1718">
                  <c:v>250</c:v>
                </c:pt>
                <c:pt idx="1719">
                  <c:v>500</c:v>
                </c:pt>
                <c:pt idx="1720">
                  <c:v>1000</c:v>
                </c:pt>
                <c:pt idx="1721">
                  <c:v>450</c:v>
                </c:pt>
                <c:pt idx="1722">
                  <c:v>457.89473684210526</c:v>
                </c:pt>
                <c:pt idx="1723">
                  <c:v>611.90476190476193</c:v>
                </c:pt>
                <c:pt idx="1724">
                  <c:v>400</c:v>
                </c:pt>
                <c:pt idx="1725">
                  <c:v>375</c:v>
                </c:pt>
                <c:pt idx="1726">
                  <c:v>450</c:v>
                </c:pt>
                <c:pt idx="1727">
                  <c:v>350</c:v>
                </c:pt>
                <c:pt idx="1728">
                  <c:v>500</c:v>
                </c:pt>
                <c:pt idx="1729">
                  <c:v>250</c:v>
                </c:pt>
                <c:pt idx="1730">
                  <c:v>300</c:v>
                </c:pt>
                <c:pt idx="1731">
                  <c:v>500</c:v>
                </c:pt>
                <c:pt idx="1732">
                  <c:v>150</c:v>
                </c:pt>
                <c:pt idx="1733">
                  <c:v>1400</c:v>
                </c:pt>
                <c:pt idx="1734">
                  <c:v>300</c:v>
                </c:pt>
                <c:pt idx="1735">
                  <c:v>300</c:v>
                </c:pt>
                <c:pt idx="1736">
                  <c:v>200</c:v>
                </c:pt>
                <c:pt idx="1737">
                  <c:v>350</c:v>
                </c:pt>
                <c:pt idx="1738">
                  <c:v>2219</c:v>
                </c:pt>
                <c:pt idx="1739">
                  <c:v>2219</c:v>
                </c:pt>
                <c:pt idx="1740">
                  <c:v>4500</c:v>
                </c:pt>
                <c:pt idx="1741">
                  <c:v>2544.7333333333331</c:v>
                </c:pt>
                <c:pt idx="1742">
                  <c:v>725</c:v>
                </c:pt>
                <c:pt idx="1743">
                  <c:v>3033.2785714285715</c:v>
                </c:pt>
                <c:pt idx="1744">
                  <c:v>3947.5</c:v>
                </c:pt>
                <c:pt idx="1745">
                  <c:v>4152.5</c:v>
                </c:pt>
                <c:pt idx="1746">
                  <c:v>6541.1500000000005</c:v>
                </c:pt>
                <c:pt idx="1747">
                  <c:v>6541.1500000000005</c:v>
                </c:pt>
                <c:pt idx="1748">
                  <c:v>6213.2000000000007</c:v>
                </c:pt>
                <c:pt idx="1749">
                  <c:v>149.79865771812081</c:v>
                </c:pt>
                <c:pt idx="1750">
                  <c:v>125</c:v>
                </c:pt>
                <c:pt idx="1751">
                  <c:v>216.66666666666666</c:v>
                </c:pt>
                <c:pt idx="1752">
                  <c:v>1036</c:v>
                </c:pt>
                <c:pt idx="1753">
                  <c:v>1200</c:v>
                </c:pt>
                <c:pt idx="1754">
                  <c:v>258.33333333333331</c:v>
                </c:pt>
                <c:pt idx="1755">
                  <c:v>150</c:v>
                </c:pt>
                <c:pt idx="1756">
                  <c:v>500</c:v>
                </c:pt>
                <c:pt idx="1757">
                  <c:v>300</c:v>
                </c:pt>
                <c:pt idx="1758">
                  <c:v>1295</c:v>
                </c:pt>
                <c:pt idx="1759">
                  <c:v>600</c:v>
                </c:pt>
                <c:pt idx="1760">
                  <c:v>233.33333333333334</c:v>
                </c:pt>
                <c:pt idx="1761">
                  <c:v>233.33333333333334</c:v>
                </c:pt>
                <c:pt idx="1762">
                  <c:v>400</c:v>
                </c:pt>
                <c:pt idx="1763">
                  <c:v>300</c:v>
                </c:pt>
                <c:pt idx="1764">
                  <c:v>350</c:v>
                </c:pt>
                <c:pt idx="1765">
                  <c:v>158.33333333333334</c:v>
                </c:pt>
                <c:pt idx="1766">
                  <c:v>400</c:v>
                </c:pt>
                <c:pt idx="1767">
                  <c:v>250</c:v>
                </c:pt>
                <c:pt idx="1768">
                  <c:v>300</c:v>
                </c:pt>
                <c:pt idx="1769">
                  <c:v>295.83333333333331</c:v>
                </c:pt>
                <c:pt idx="1770">
                  <c:v>700</c:v>
                </c:pt>
                <c:pt idx="1771">
                  <c:v>300</c:v>
                </c:pt>
                <c:pt idx="1772">
                  <c:v>200</c:v>
                </c:pt>
                <c:pt idx="1773">
                  <c:v>400</c:v>
                </c:pt>
                <c:pt idx="1774">
                  <c:v>450</c:v>
                </c:pt>
                <c:pt idx="1775">
                  <c:v>333.33333333333331</c:v>
                </c:pt>
                <c:pt idx="1776">
                  <c:v>350</c:v>
                </c:pt>
                <c:pt idx="1777">
                  <c:v>500</c:v>
                </c:pt>
                <c:pt idx="1778">
                  <c:v>310</c:v>
                </c:pt>
                <c:pt idx="1779">
                  <c:v>1080</c:v>
                </c:pt>
                <c:pt idx="1780">
                  <c:v>1778.8249999999998</c:v>
                </c:pt>
                <c:pt idx="1781">
                  <c:v>800</c:v>
                </c:pt>
                <c:pt idx="1782">
                  <c:v>2346.6</c:v>
                </c:pt>
                <c:pt idx="1783">
                  <c:v>2973.25</c:v>
                </c:pt>
                <c:pt idx="1784">
                  <c:v>1000</c:v>
                </c:pt>
                <c:pt idx="1785">
                  <c:v>3550.4</c:v>
                </c:pt>
                <c:pt idx="1786">
                  <c:v>3550.4</c:v>
                </c:pt>
                <c:pt idx="1787">
                  <c:v>2473.0500000000002</c:v>
                </c:pt>
                <c:pt idx="1788">
                  <c:v>2922.5</c:v>
                </c:pt>
                <c:pt idx="1789">
                  <c:v>250</c:v>
                </c:pt>
                <c:pt idx="1790">
                  <c:v>300</c:v>
                </c:pt>
                <c:pt idx="1791">
                  <c:v>2000</c:v>
                </c:pt>
                <c:pt idx="1792">
                  <c:v>237.5</c:v>
                </c:pt>
                <c:pt idx="1793">
                  <c:v>2662.8</c:v>
                </c:pt>
                <c:pt idx="1794">
                  <c:v>1800</c:v>
                </c:pt>
                <c:pt idx="1795">
                  <c:v>3289.4625000000001</c:v>
                </c:pt>
                <c:pt idx="1796">
                  <c:v>3189.3</c:v>
                </c:pt>
                <c:pt idx="1797">
                  <c:v>966.66666666666663</c:v>
                </c:pt>
                <c:pt idx="1798">
                  <c:v>800</c:v>
                </c:pt>
                <c:pt idx="1799">
                  <c:v>1500</c:v>
                </c:pt>
                <c:pt idx="1800">
                  <c:v>2500</c:v>
                </c:pt>
                <c:pt idx="1801">
                  <c:v>1500</c:v>
                </c:pt>
                <c:pt idx="1802">
                  <c:v>800</c:v>
                </c:pt>
                <c:pt idx="1803">
                  <c:v>1500</c:v>
                </c:pt>
                <c:pt idx="1804">
                  <c:v>1500</c:v>
                </c:pt>
                <c:pt idx="1805">
                  <c:v>8459.5</c:v>
                </c:pt>
                <c:pt idx="1806">
                  <c:v>400</c:v>
                </c:pt>
                <c:pt idx="1807">
                  <c:v>434.61538461538464</c:v>
                </c:pt>
                <c:pt idx="1808">
                  <c:v>500</c:v>
                </c:pt>
                <c:pt idx="1809">
                  <c:v>350</c:v>
                </c:pt>
                <c:pt idx="1810">
                  <c:v>1075</c:v>
                </c:pt>
                <c:pt idx="1811">
                  <c:v>400</c:v>
                </c:pt>
                <c:pt idx="1812">
                  <c:v>100</c:v>
                </c:pt>
                <c:pt idx="1813">
                  <c:v>1234.5749999999998</c:v>
                </c:pt>
                <c:pt idx="1814">
                  <c:v>106.5</c:v>
                </c:pt>
                <c:pt idx="1815">
                  <c:v>1691.9</c:v>
                </c:pt>
                <c:pt idx="1816">
                  <c:v>400</c:v>
                </c:pt>
                <c:pt idx="1817">
                  <c:v>2000</c:v>
                </c:pt>
                <c:pt idx="1818">
                  <c:v>943.8</c:v>
                </c:pt>
                <c:pt idx="1819">
                  <c:v>2054</c:v>
                </c:pt>
                <c:pt idx="1820">
                  <c:v>1350</c:v>
                </c:pt>
                <c:pt idx="1821">
                  <c:v>5325.6</c:v>
                </c:pt>
                <c:pt idx="1822">
                  <c:v>170.39999999999998</c:v>
                </c:pt>
                <c:pt idx="1823">
                  <c:v>319.5</c:v>
                </c:pt>
                <c:pt idx="1824">
                  <c:v>223.64999999999998</c:v>
                </c:pt>
                <c:pt idx="1825">
                  <c:v>1479.3333333333335</c:v>
                </c:pt>
                <c:pt idx="1826">
                  <c:v>862.98314836142822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971-41FD-B3A5-25A340A92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38202415"/>
        <c:axId val="638197135"/>
      </c:scatterChart>
      <c:valAx>
        <c:axId val="63820241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197135"/>
        <c:crosses val="autoZero"/>
        <c:crossBetween val="midCat"/>
      </c:valAx>
      <c:valAx>
        <c:axId val="63819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[$₹-4009]\ #,##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82024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Excel.xlsx]Q-7 I Subjective!PivotTable16</c:name>
    <c:fmtId val="8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'Q-7 I Subjective'!$C$19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DDD3-4D2E-B43E-768AF8ACEEB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DDD3-4D2E-B43E-768AF8ACEEB2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'Q-7 I Subjective'!$B$20:$B$22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'Q-7 I Subjective'!$C$20:$C$22</c:f>
              <c:numCache>
                <c:formatCode>0.0</c:formatCode>
                <c:ptCount val="2"/>
                <c:pt idx="0">
                  <c:v>2.7543098591549313</c:v>
                </c:pt>
                <c:pt idx="1">
                  <c:v>3.2880048959608312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D3-4D2E-B43E-768AF8ACEEB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[Mohammad Yusuf Excel.xlsx]Q-7 I Subjective!PivotTable17</c:name>
    <c:fmtId val="12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'Q-7 I Subjective'!$K$19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24C-427C-9F61-C68334E557C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24C-427C-9F61-C68334E557CB}"/>
              </c:ext>
            </c:extLst>
          </c:dPt>
          <c:dLbls>
            <c:spPr>
              <a:pattFill prst="pct75">
                <a:fgClr>
                  <a:srgbClr val="000000">
                    <a:lumMod val="75000"/>
                    <a:lumOff val="25000"/>
                  </a:srgbClr>
                </a:fgClr>
                <a:bgClr>
                  <a:srgbClr val="000000">
                    <a:lumMod val="65000"/>
                    <a:lumOff val="35000"/>
                  </a:srgb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'Q-7 I Subjective'!$J$20:$J$22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'Q-7 I Subjective'!$K$20:$K$22</c:f>
              <c:numCache>
                <c:formatCode>0.0</c:formatCode>
                <c:ptCount val="2"/>
                <c:pt idx="0">
                  <c:v>2.8096866436315997</c:v>
                </c:pt>
                <c:pt idx="1">
                  <c:v>3.4825561312607936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4C-427C-9F61-C68334E557C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388529-7A72-8446-BFC3-2B290B411095}" type="doc">
      <dgm:prSet loTypeId="urn:microsoft.com/office/officeart/2005/8/layout/matrix3" loCatId="matrix" qsTypeId="urn:microsoft.com/office/officeart/2005/8/quickstyle/3d1" qsCatId="3D" csTypeId="urn:microsoft.com/office/officeart/2005/8/colors/accent1_3" csCatId="accent1"/>
      <dgm:spPr/>
      <dgm:t>
        <a:bodyPr/>
        <a:lstStyle/>
        <a:p>
          <a:endParaRPr lang="en-GB"/>
        </a:p>
      </dgm:t>
    </dgm:pt>
    <dgm:pt modelId="{85671322-1962-E346-872D-A5BBA1DC3D66}">
      <dgm:prSet/>
      <dgm:spPr/>
      <dgm:t>
        <a:bodyPr/>
        <a:lstStyle/>
        <a:p>
          <a:r>
            <a:rPr lang="en-GB" dirty="0"/>
            <a:t>Problem Statement</a:t>
          </a:r>
          <a:endParaRPr lang="en-IN" dirty="0"/>
        </a:p>
      </dgm:t>
    </dgm:pt>
    <dgm:pt modelId="{5E85AD25-BC56-1A44-826F-D505D5C22A67}" type="parTrans" cxnId="{9392F996-41E4-B740-B53B-FF3417928521}">
      <dgm:prSet/>
      <dgm:spPr/>
      <dgm:t>
        <a:bodyPr/>
        <a:lstStyle/>
        <a:p>
          <a:endParaRPr lang="en-GB"/>
        </a:p>
      </dgm:t>
    </dgm:pt>
    <dgm:pt modelId="{972EC4B9-5941-8E40-82CC-4DC8B7E68FA6}" type="sibTrans" cxnId="{9392F996-41E4-B740-B53B-FF3417928521}">
      <dgm:prSet/>
      <dgm:spPr/>
      <dgm:t>
        <a:bodyPr/>
        <a:lstStyle/>
        <a:p>
          <a:endParaRPr lang="en-GB"/>
        </a:p>
      </dgm:t>
    </dgm:pt>
    <dgm:pt modelId="{F5E0EB33-273C-B947-AB28-4895D1962A14}">
      <dgm:prSet/>
      <dgm:spPr/>
      <dgm:t>
        <a:bodyPr/>
        <a:lstStyle/>
        <a:p>
          <a:r>
            <a:rPr lang="en-GB" dirty="0"/>
            <a:t>Objects Of Project</a:t>
          </a:r>
          <a:endParaRPr lang="en-IN" dirty="0"/>
        </a:p>
      </dgm:t>
    </dgm:pt>
    <dgm:pt modelId="{14D2566D-9078-6E47-8AAA-21547C9E5DDA}" type="parTrans" cxnId="{443AD9EC-42AE-0548-ADAD-B9221CF4EF3E}">
      <dgm:prSet/>
      <dgm:spPr/>
      <dgm:t>
        <a:bodyPr/>
        <a:lstStyle/>
        <a:p>
          <a:endParaRPr lang="en-GB"/>
        </a:p>
      </dgm:t>
    </dgm:pt>
    <dgm:pt modelId="{B3C93095-29B8-F745-B354-C3D34EC02E0E}" type="sibTrans" cxnId="{443AD9EC-42AE-0548-ADAD-B9221CF4EF3E}">
      <dgm:prSet/>
      <dgm:spPr/>
      <dgm:t>
        <a:bodyPr/>
        <a:lstStyle/>
        <a:p>
          <a:endParaRPr lang="en-GB"/>
        </a:p>
      </dgm:t>
    </dgm:pt>
    <dgm:pt modelId="{A62FE1DA-6F96-294D-9220-B37D76502877}">
      <dgm:prSet/>
      <dgm:spPr/>
      <dgm:t>
        <a:bodyPr/>
        <a:lstStyle/>
        <a:p>
          <a:r>
            <a:rPr lang="en-US"/>
            <a:t>Data Description &amp; Methodology</a:t>
          </a:r>
          <a:endParaRPr lang="en-IN"/>
        </a:p>
      </dgm:t>
    </dgm:pt>
    <dgm:pt modelId="{6DF52D26-0513-7943-9222-072BEE4DCCE5}" type="parTrans" cxnId="{584BC457-10BB-B74D-A3B6-F224E7279FD2}">
      <dgm:prSet/>
      <dgm:spPr/>
      <dgm:t>
        <a:bodyPr/>
        <a:lstStyle/>
        <a:p>
          <a:endParaRPr lang="en-GB"/>
        </a:p>
      </dgm:t>
    </dgm:pt>
    <dgm:pt modelId="{FD1A2316-ED53-B44A-AFD6-0E7B30D9BA5E}" type="sibTrans" cxnId="{584BC457-10BB-B74D-A3B6-F224E7279FD2}">
      <dgm:prSet/>
      <dgm:spPr/>
      <dgm:t>
        <a:bodyPr/>
        <a:lstStyle/>
        <a:p>
          <a:endParaRPr lang="en-GB"/>
        </a:p>
      </dgm:t>
    </dgm:pt>
    <dgm:pt modelId="{D2CF4D2E-7639-DF47-8FA4-898114B1DA01}">
      <dgm:prSet/>
      <dgm:spPr/>
      <dgm:t>
        <a:bodyPr/>
        <a:lstStyle/>
        <a:p>
          <a:r>
            <a:rPr lang="en-GB"/>
            <a:t>Key Metrics &amp; Visualisation</a:t>
          </a:r>
          <a:endParaRPr lang="en-IN"/>
        </a:p>
      </dgm:t>
    </dgm:pt>
    <dgm:pt modelId="{A5DA5054-9B5B-D84D-A155-CB4F68C5F27F}" type="parTrans" cxnId="{E39B30B2-E7B9-DA40-85A6-82F597D89EB1}">
      <dgm:prSet/>
      <dgm:spPr/>
      <dgm:t>
        <a:bodyPr/>
        <a:lstStyle/>
        <a:p>
          <a:endParaRPr lang="en-GB"/>
        </a:p>
      </dgm:t>
    </dgm:pt>
    <dgm:pt modelId="{4FB62FA6-B97B-B14A-A276-D2CB7067A355}" type="sibTrans" cxnId="{E39B30B2-E7B9-DA40-85A6-82F597D89EB1}">
      <dgm:prSet/>
      <dgm:spPr/>
      <dgm:t>
        <a:bodyPr/>
        <a:lstStyle/>
        <a:p>
          <a:endParaRPr lang="en-GB"/>
        </a:p>
      </dgm:t>
    </dgm:pt>
    <dgm:pt modelId="{0665E518-5307-8342-98CD-DA7522B7917E}">
      <dgm:prSet/>
      <dgm:spPr/>
      <dgm:t>
        <a:bodyPr/>
        <a:lstStyle/>
        <a:p>
          <a:endParaRPr lang="en-GB"/>
        </a:p>
      </dgm:t>
    </dgm:pt>
    <dgm:pt modelId="{725311C3-7F23-C949-9D0E-8936AFCD68DA}" type="parTrans" cxnId="{CB684F7D-CDDD-1147-A71C-FBF8E2ECEDDC}">
      <dgm:prSet/>
      <dgm:spPr/>
      <dgm:t>
        <a:bodyPr/>
        <a:lstStyle/>
        <a:p>
          <a:endParaRPr lang="en-GB"/>
        </a:p>
      </dgm:t>
    </dgm:pt>
    <dgm:pt modelId="{0FAF671E-2C2E-F64C-974E-C2A7185E16D2}" type="sibTrans" cxnId="{CB684F7D-CDDD-1147-A71C-FBF8E2ECEDDC}">
      <dgm:prSet/>
      <dgm:spPr/>
      <dgm:t>
        <a:bodyPr/>
        <a:lstStyle/>
        <a:p>
          <a:endParaRPr lang="en-GB"/>
        </a:p>
      </dgm:t>
    </dgm:pt>
    <dgm:pt modelId="{89E62227-7731-AE47-9BFE-BCF34BB657BD}" type="pres">
      <dgm:prSet presAssocID="{90388529-7A72-8446-BFC3-2B290B411095}" presName="matrix" presStyleCnt="0">
        <dgm:presLayoutVars>
          <dgm:chMax val="1"/>
          <dgm:dir/>
          <dgm:resizeHandles val="exact"/>
        </dgm:presLayoutVars>
      </dgm:prSet>
      <dgm:spPr/>
    </dgm:pt>
    <dgm:pt modelId="{509866EC-616C-6249-B282-D193D0B25841}" type="pres">
      <dgm:prSet presAssocID="{90388529-7A72-8446-BFC3-2B290B411095}" presName="diamond" presStyleLbl="bgShp" presStyleIdx="0" presStyleCnt="1"/>
      <dgm:spPr/>
    </dgm:pt>
    <dgm:pt modelId="{307D0207-941D-3546-9E31-30B7181D253F}" type="pres">
      <dgm:prSet presAssocID="{90388529-7A72-8446-BFC3-2B290B41109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9D7DFF2-01E9-034D-9A7F-CD9E8F5941AB}" type="pres">
      <dgm:prSet presAssocID="{90388529-7A72-8446-BFC3-2B290B41109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4FAE7D8-F4C3-4246-8372-3AA5A05503CD}" type="pres">
      <dgm:prSet presAssocID="{90388529-7A72-8446-BFC3-2B290B41109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BFFE352-FBD5-FC42-AC26-56BD77E9E5D1}" type="pres">
      <dgm:prSet presAssocID="{90388529-7A72-8446-BFC3-2B290B41109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18E44377-9FB7-2B43-B312-49B1E2B78958}" type="presOf" srcId="{F5E0EB33-273C-B947-AB28-4895D1962A14}" destId="{99D7DFF2-01E9-034D-9A7F-CD9E8F5941AB}" srcOrd="0" destOrd="0" presId="urn:microsoft.com/office/officeart/2005/8/layout/matrix3"/>
    <dgm:cxn modelId="{584BC457-10BB-B74D-A3B6-F224E7279FD2}" srcId="{90388529-7A72-8446-BFC3-2B290B411095}" destId="{A62FE1DA-6F96-294D-9220-B37D76502877}" srcOrd="2" destOrd="0" parTransId="{6DF52D26-0513-7943-9222-072BEE4DCCE5}" sibTransId="{FD1A2316-ED53-B44A-AFD6-0E7B30D9BA5E}"/>
    <dgm:cxn modelId="{CB684F7D-CDDD-1147-A71C-FBF8E2ECEDDC}" srcId="{90388529-7A72-8446-BFC3-2B290B411095}" destId="{0665E518-5307-8342-98CD-DA7522B7917E}" srcOrd="4" destOrd="0" parTransId="{725311C3-7F23-C949-9D0E-8936AFCD68DA}" sibTransId="{0FAF671E-2C2E-F64C-974E-C2A7185E16D2}"/>
    <dgm:cxn modelId="{7AF77B82-7BA9-084B-9FFD-1F53DC376CCE}" type="presOf" srcId="{A62FE1DA-6F96-294D-9220-B37D76502877}" destId="{24FAE7D8-F4C3-4246-8372-3AA5A05503CD}" srcOrd="0" destOrd="0" presId="urn:microsoft.com/office/officeart/2005/8/layout/matrix3"/>
    <dgm:cxn modelId="{9392F996-41E4-B740-B53B-FF3417928521}" srcId="{90388529-7A72-8446-BFC3-2B290B411095}" destId="{85671322-1962-E346-872D-A5BBA1DC3D66}" srcOrd="0" destOrd="0" parTransId="{5E85AD25-BC56-1A44-826F-D505D5C22A67}" sibTransId="{972EC4B9-5941-8E40-82CC-4DC8B7E68FA6}"/>
    <dgm:cxn modelId="{E39B30B2-E7B9-DA40-85A6-82F597D89EB1}" srcId="{90388529-7A72-8446-BFC3-2B290B411095}" destId="{D2CF4D2E-7639-DF47-8FA4-898114B1DA01}" srcOrd="3" destOrd="0" parTransId="{A5DA5054-9B5B-D84D-A155-CB4F68C5F27F}" sibTransId="{4FB62FA6-B97B-B14A-A276-D2CB7067A355}"/>
    <dgm:cxn modelId="{57AAFBB2-7AB9-1148-BB31-0C801643BECE}" type="presOf" srcId="{D2CF4D2E-7639-DF47-8FA4-898114B1DA01}" destId="{7BFFE352-FBD5-FC42-AC26-56BD77E9E5D1}" srcOrd="0" destOrd="0" presId="urn:microsoft.com/office/officeart/2005/8/layout/matrix3"/>
    <dgm:cxn modelId="{A08941C6-2C3C-0948-B1E3-AF56EA5BF4B6}" type="presOf" srcId="{90388529-7A72-8446-BFC3-2B290B411095}" destId="{89E62227-7731-AE47-9BFE-BCF34BB657BD}" srcOrd="0" destOrd="0" presId="urn:microsoft.com/office/officeart/2005/8/layout/matrix3"/>
    <dgm:cxn modelId="{44F585D9-F57D-AD44-B425-97F0B57C1743}" type="presOf" srcId="{85671322-1962-E346-872D-A5BBA1DC3D66}" destId="{307D0207-941D-3546-9E31-30B7181D253F}" srcOrd="0" destOrd="0" presId="urn:microsoft.com/office/officeart/2005/8/layout/matrix3"/>
    <dgm:cxn modelId="{443AD9EC-42AE-0548-ADAD-B9221CF4EF3E}" srcId="{90388529-7A72-8446-BFC3-2B290B411095}" destId="{F5E0EB33-273C-B947-AB28-4895D1962A14}" srcOrd="1" destOrd="0" parTransId="{14D2566D-9078-6E47-8AAA-21547C9E5DDA}" sibTransId="{B3C93095-29B8-F745-B354-C3D34EC02E0E}"/>
    <dgm:cxn modelId="{1B39BEA5-7F09-D94F-9DA4-EE406D518320}" type="presParOf" srcId="{89E62227-7731-AE47-9BFE-BCF34BB657BD}" destId="{509866EC-616C-6249-B282-D193D0B25841}" srcOrd="0" destOrd="0" presId="urn:microsoft.com/office/officeart/2005/8/layout/matrix3"/>
    <dgm:cxn modelId="{FCD34B85-B27D-B442-AA79-8C45A497572C}" type="presParOf" srcId="{89E62227-7731-AE47-9BFE-BCF34BB657BD}" destId="{307D0207-941D-3546-9E31-30B7181D253F}" srcOrd="1" destOrd="0" presId="urn:microsoft.com/office/officeart/2005/8/layout/matrix3"/>
    <dgm:cxn modelId="{9ECAEB1F-68DD-C545-87C1-A8BB4D50E894}" type="presParOf" srcId="{89E62227-7731-AE47-9BFE-BCF34BB657BD}" destId="{99D7DFF2-01E9-034D-9A7F-CD9E8F5941AB}" srcOrd="2" destOrd="0" presId="urn:microsoft.com/office/officeart/2005/8/layout/matrix3"/>
    <dgm:cxn modelId="{21086BE3-99F4-614F-AB46-B152B92217A3}" type="presParOf" srcId="{89E62227-7731-AE47-9BFE-BCF34BB657BD}" destId="{24FAE7D8-F4C3-4246-8372-3AA5A05503CD}" srcOrd="3" destOrd="0" presId="urn:microsoft.com/office/officeart/2005/8/layout/matrix3"/>
    <dgm:cxn modelId="{ED08C30B-6954-3445-BA8C-F9D0A2570E76}" type="presParOf" srcId="{89E62227-7731-AE47-9BFE-BCF34BB657BD}" destId="{7BFFE352-FBD5-FC42-AC26-56BD77E9E5D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866EC-616C-6249-B282-D193D0B25841}">
      <dsp:nvSpPr>
        <dsp:cNvPr id="0" name=""/>
        <dsp:cNvSpPr/>
      </dsp:nvSpPr>
      <dsp:spPr>
        <a:xfrm>
          <a:off x="2344442" y="0"/>
          <a:ext cx="4540743" cy="4540743"/>
        </a:xfrm>
        <a:prstGeom prst="diamond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07D0207-941D-3546-9E31-30B7181D253F}">
      <dsp:nvSpPr>
        <dsp:cNvPr id="0" name=""/>
        <dsp:cNvSpPr/>
      </dsp:nvSpPr>
      <dsp:spPr>
        <a:xfrm>
          <a:off x="2775813" y="431370"/>
          <a:ext cx="1770889" cy="1770889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Problem Statement</a:t>
          </a:r>
          <a:endParaRPr lang="en-IN" sz="2000" kern="1200" dirty="0"/>
        </a:p>
      </dsp:txBody>
      <dsp:txXfrm>
        <a:off x="2862261" y="517818"/>
        <a:ext cx="1597993" cy="1597993"/>
      </dsp:txXfrm>
    </dsp:sp>
    <dsp:sp modelId="{99D7DFF2-01E9-034D-9A7F-CD9E8F5941AB}">
      <dsp:nvSpPr>
        <dsp:cNvPr id="0" name=""/>
        <dsp:cNvSpPr/>
      </dsp:nvSpPr>
      <dsp:spPr>
        <a:xfrm>
          <a:off x="4682925" y="431370"/>
          <a:ext cx="1770889" cy="1770889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-125810"/>
                <a:satOff val="-9900"/>
                <a:lumOff val="105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125810"/>
                <a:satOff val="-9900"/>
                <a:lumOff val="105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125810"/>
                <a:satOff val="-9900"/>
                <a:lumOff val="105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Objects Of Project</a:t>
          </a:r>
          <a:endParaRPr lang="en-IN" sz="2000" kern="1200" dirty="0"/>
        </a:p>
      </dsp:txBody>
      <dsp:txXfrm>
        <a:off x="4769373" y="517818"/>
        <a:ext cx="1597993" cy="1597993"/>
      </dsp:txXfrm>
    </dsp:sp>
    <dsp:sp modelId="{24FAE7D8-F4C3-4246-8372-3AA5A05503CD}">
      <dsp:nvSpPr>
        <dsp:cNvPr id="0" name=""/>
        <dsp:cNvSpPr/>
      </dsp:nvSpPr>
      <dsp:spPr>
        <a:xfrm>
          <a:off x="2775813" y="2338482"/>
          <a:ext cx="1770889" cy="1770889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-251619"/>
                <a:satOff val="-19799"/>
                <a:lumOff val="2110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251619"/>
                <a:satOff val="-19799"/>
                <a:lumOff val="2110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251619"/>
                <a:satOff val="-19799"/>
                <a:lumOff val="2110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 Description &amp; Methodology</a:t>
          </a:r>
          <a:endParaRPr lang="en-IN" sz="2000" kern="1200"/>
        </a:p>
      </dsp:txBody>
      <dsp:txXfrm>
        <a:off x="2862261" y="2424930"/>
        <a:ext cx="1597993" cy="1597993"/>
      </dsp:txXfrm>
    </dsp:sp>
    <dsp:sp modelId="{7BFFE352-FBD5-FC42-AC26-56BD77E9E5D1}">
      <dsp:nvSpPr>
        <dsp:cNvPr id="0" name=""/>
        <dsp:cNvSpPr/>
      </dsp:nvSpPr>
      <dsp:spPr>
        <a:xfrm>
          <a:off x="4682925" y="2338482"/>
          <a:ext cx="1770889" cy="1770889"/>
        </a:xfrm>
        <a:prstGeom prst="roundRect">
          <a:avLst/>
        </a:prstGeom>
        <a:gradFill rotWithShape="0">
          <a:gsLst>
            <a:gs pos="0">
              <a:schemeClr val="accent1">
                <a:shade val="80000"/>
                <a:hueOff val="-377429"/>
                <a:satOff val="-29699"/>
                <a:lumOff val="3165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shade val="80000"/>
                <a:hueOff val="-377429"/>
                <a:satOff val="-29699"/>
                <a:lumOff val="3165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shade val="80000"/>
                <a:hueOff val="-377429"/>
                <a:satOff val="-29699"/>
                <a:lumOff val="3165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Key Metrics &amp; Visualisation</a:t>
          </a:r>
          <a:endParaRPr lang="en-IN" sz="2000" kern="1200"/>
        </a:p>
      </dsp:txBody>
      <dsp:txXfrm>
        <a:off x="4769373" y="2424930"/>
        <a:ext cx="1597993" cy="1597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8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75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466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71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11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0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53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89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94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27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9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0D71D-4DF0-410F-92D7-9A15E143F4C2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C076F-5483-4497-93C7-E3F12760D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419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psrhino.com/blogs/revenue-model-of-zomato-complete-guide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eepinder Goyal enters billionaire club as his holding in Zomato crosses $1  Bn worth">
            <a:extLst>
              <a:ext uri="{FF2B5EF4-FFF2-40B4-BE49-F238E27FC236}">
                <a16:creationId xmlns:a16="http://schemas.microsoft.com/office/drawing/2014/main" id="{F05428B6-3A46-5380-20C8-C109A7821D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559377" cy="2559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F20C6-1672-C80C-3DB7-6EA2A0D445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892" y="0"/>
            <a:ext cx="8477839" cy="46285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93E264-7A23-6281-9470-F7055193E4CE}"/>
              </a:ext>
            </a:extLst>
          </p:cNvPr>
          <p:cNvSpPr/>
          <p:nvPr/>
        </p:nvSpPr>
        <p:spPr>
          <a:xfrm>
            <a:off x="-90459" y="1381524"/>
            <a:ext cx="399315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askerville Old Face" panose="02020602080505020303" pitchFamily="18" charset="0"/>
              </a:rPr>
              <a:t>Spreadsheet Project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738BA-31A3-F3B0-CC97-0BDC11C2659B}"/>
              </a:ext>
            </a:extLst>
          </p:cNvPr>
          <p:cNvSpPr/>
          <p:nvPr/>
        </p:nvSpPr>
        <p:spPr>
          <a:xfrm>
            <a:off x="1409306" y="5242898"/>
            <a:ext cx="906858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askerville Old Face" panose="02020602080505020303" pitchFamily="18" charset="0"/>
              </a:rPr>
              <a:t>Zomato Restaurant Expansion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C49A06-181D-8AB1-C30F-F49B8E440418}"/>
              </a:ext>
            </a:extLst>
          </p:cNvPr>
          <p:cNvSpPr/>
          <p:nvPr/>
        </p:nvSpPr>
        <p:spPr>
          <a:xfrm>
            <a:off x="-692386" y="2773602"/>
            <a:ext cx="6082460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askerville Old Face" panose="02020602080505020303" pitchFamily="18" charset="0"/>
              </a:rPr>
              <a:t>Analysis by :</a:t>
            </a:r>
          </a:p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askerville Old Face" panose="02020602080505020303" pitchFamily="18" charset="0"/>
              </a:rPr>
              <a:t> </a:t>
            </a:r>
            <a:r>
              <a:rPr lang="en-US" sz="32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Baskerville Old Face" panose="02020602080505020303" pitchFamily="18" charset="0"/>
              </a:rPr>
              <a:t>Mohammad Yusuf</a:t>
            </a:r>
          </a:p>
        </p:txBody>
      </p:sp>
    </p:spTree>
    <p:extLst>
      <p:ext uri="{BB962C8B-B14F-4D97-AF65-F5344CB8AC3E}">
        <p14:creationId xmlns:p14="http://schemas.microsoft.com/office/powerpoint/2010/main" val="1458837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Deep Tech Behind Estimating Food Preparation Time">
            <a:extLst>
              <a:ext uri="{FF2B5EF4-FFF2-40B4-BE49-F238E27FC236}">
                <a16:creationId xmlns:a16="http://schemas.microsoft.com/office/drawing/2014/main" id="{37B5CB7B-7A2D-F690-A150-86527E627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251" y="1190978"/>
            <a:ext cx="5291498" cy="40912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75F834-9BF1-C237-74EC-E7DF268CD8F1}"/>
              </a:ext>
            </a:extLst>
          </p:cNvPr>
          <p:cNvSpPr/>
          <p:nvPr/>
        </p:nvSpPr>
        <p:spPr>
          <a:xfrm>
            <a:off x="-2009572" y="544647"/>
            <a:ext cx="9617003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u="sng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What is Zomato &amp; how does it work?</a:t>
            </a:r>
            <a:br>
              <a:rPr lang="en-US" sz="5400" u="sng" dirty="0">
                <a:solidFill>
                  <a:srgbClr val="3970A3"/>
                </a:solidFill>
              </a:rPr>
            </a:br>
            <a:endParaRPr lang="en-US" sz="5400" b="0" cap="none" spc="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FB1DE-590D-529F-611A-011E2A3A25EC}"/>
              </a:ext>
            </a:extLst>
          </p:cNvPr>
          <p:cNvSpPr txBox="1"/>
          <p:nvPr/>
        </p:nvSpPr>
        <p:spPr>
          <a:xfrm>
            <a:off x="424206" y="1423447"/>
            <a:ext cx="56717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cs typeface="Calibri" panose="020F0502020204030204" pitchFamily="34" charset="0"/>
              </a:rPr>
              <a:t>Zomato is one of the most comprehensive and user-friendly apps for finding nearby restaurants and cafés to dine in or to order food online.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Zomato's primary function is recommending local and neighbouring eateries to users and taking orders from them.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cs typeface="Calibri" panose="020F0502020204030204" pitchFamily="34" charset="0"/>
              </a:rPr>
              <a:t>Users can use this information to place orders and enjoy delectable food in the comfort of their own homes.</a:t>
            </a:r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 </a:t>
            </a:r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Zomato offers timely delivery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 </a:t>
            </a:r>
            <a:r>
              <a:rPr lang="en-US" dirty="0">
                <a:cs typeface="Calibri" panose="020F0502020204030204" pitchFamily="34" charset="0"/>
              </a:rPr>
              <a:t>to customer's doorstep, a joy for foodies. Customers no longer have to wait in restaurants for hours. 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cs typeface="Calibri" panose="020F0502020204030204" pitchFamily="34" charset="0"/>
              </a:rPr>
              <a:t>Founded by Deepinder Goyal in 2008.</a:t>
            </a:r>
          </a:p>
        </p:txBody>
      </p:sp>
    </p:spTree>
    <p:extLst>
      <p:ext uri="{BB962C8B-B14F-4D97-AF65-F5344CB8AC3E}">
        <p14:creationId xmlns:p14="http://schemas.microsoft.com/office/powerpoint/2010/main" val="35025772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601D28-473A-F001-093D-59B99BCF09B6}"/>
              </a:ext>
            </a:extLst>
          </p:cNvPr>
          <p:cNvSpPr txBox="1"/>
          <p:nvPr/>
        </p:nvSpPr>
        <p:spPr>
          <a:xfrm>
            <a:off x="433633" y="395926"/>
            <a:ext cx="107654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cs typeface="Calibri" panose="020F0502020204030204" pitchFamily="34" charset="0"/>
              </a:rPr>
              <a:t>Zomato's working model is simple. To enjoy a lip-smacking meal, customers have to follow these five simple steps- 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7693FD-3095-2AB6-8AF9-08F08C9AE08D}"/>
              </a:ext>
            </a:extLst>
          </p:cNvPr>
          <p:cNvSpPr txBox="1"/>
          <p:nvPr/>
        </p:nvSpPr>
        <p:spPr>
          <a:xfrm>
            <a:off x="659876" y="1583703"/>
            <a:ext cx="1053916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1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     Users may browse and order food from various restaurants via the desiccated app or website.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2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      When restaurant owners receive an order request, they prepare a dish.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3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     As the food is prepared for delivery, it is given to delivery companies.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4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     The delivery service delivers food to the customer's preferred location. 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i="1" u="sng" dirty="0">
                <a:solidFill>
                  <a:schemeClr val="tx2">
                    <a:lumMod val="75000"/>
                    <a:lumOff val="25000"/>
                  </a:schemeClr>
                </a:solidFill>
                <a:cs typeface="Calibri" panose="020F0502020204030204" pitchFamily="34" charset="0"/>
              </a:rPr>
              <a:t>Step 5</a:t>
            </a:r>
            <a:endParaRPr lang="en-US" b="1" i="1" dirty="0">
              <a:solidFill>
                <a:schemeClr val="tx2">
                  <a:lumMod val="75000"/>
                  <a:lumOff val="25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     Customers can make purchases and provide evaluations based on their experience using the payment   </a:t>
            </a:r>
          </a:p>
          <a:p>
            <a:r>
              <a:rPr lang="en-US" dirty="0">
                <a:cs typeface="Calibri" panose="020F0502020204030204" pitchFamily="34" charset="0"/>
              </a:rPr>
              <a:t>     options.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084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159DE1-EB5A-5E67-4E7D-69F973E2E3ED}"/>
              </a:ext>
            </a:extLst>
          </p:cNvPr>
          <p:cNvSpPr txBox="1"/>
          <p:nvPr/>
        </p:nvSpPr>
        <p:spPr>
          <a:xfrm>
            <a:off x="4459467" y="399796"/>
            <a:ext cx="32730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Agenda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FBC3EAB-A657-DE4B-174B-7B7BA9B61CF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68418368"/>
              </p:ext>
            </p:extLst>
          </p:nvPr>
        </p:nvGraphicFramePr>
        <p:xfrm>
          <a:off x="1481185" y="1794912"/>
          <a:ext cx="9229628" cy="4540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3797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9" descr="A head with a light bulb inside">
            <a:extLst>
              <a:ext uri="{FF2B5EF4-FFF2-40B4-BE49-F238E27FC236}">
                <a16:creationId xmlns:a16="http://schemas.microsoft.com/office/drawing/2014/main" id="{F3FB855C-88EB-755C-085B-221E5AEC46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869" y="1024892"/>
            <a:ext cx="4808216" cy="4808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795F45-A718-7148-32F1-6E5C8783C9FD}"/>
              </a:ext>
            </a:extLst>
          </p:cNvPr>
          <p:cNvSpPr txBox="1"/>
          <p:nvPr/>
        </p:nvSpPr>
        <p:spPr>
          <a:xfrm>
            <a:off x="5922391" y="2336393"/>
            <a:ext cx="609442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600" b="1" u="sng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3600" b="1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800" dirty="0"/>
              <a:t>
</a:t>
            </a:r>
            <a:r>
              <a:rPr lang="en-US" sz="1800" dirty="0"/>
              <a:t>Zomato is seeking to expand its presence by identifying new strategic locations for restaurant openings. This project utilizes data-driven insights to suggest optimal areas for expansion based on ratings, price, votes and cuisines.</a:t>
            </a:r>
          </a:p>
        </p:txBody>
      </p:sp>
    </p:spTree>
    <p:extLst>
      <p:ext uri="{BB962C8B-B14F-4D97-AF65-F5344CB8AC3E}">
        <p14:creationId xmlns:p14="http://schemas.microsoft.com/office/powerpoint/2010/main" val="287812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E13435-8B35-753E-8AF5-D5900BD4926E}"/>
              </a:ext>
            </a:extLst>
          </p:cNvPr>
          <p:cNvSpPr txBox="1"/>
          <p:nvPr/>
        </p:nvSpPr>
        <p:spPr>
          <a:xfrm>
            <a:off x="530258" y="322132"/>
            <a:ext cx="1042368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solidFill>
                  <a:schemeClr val="tx2">
                    <a:lumMod val="75000"/>
                    <a:lumOff val="25000"/>
                  </a:schemeClr>
                </a:solidFill>
                <a:latin typeface="Bodoni MT" panose="02070603080606020203" pitchFamily="18" charset="0"/>
              </a:rPr>
              <a:t>You are hired as a consultant data analyst by Zomato where the team is looking   for expansion and opening more restaurants. Your task is to develop strategies/suggestions for opening newer restaurants</a:t>
            </a:r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Bodoni MT" panose="02070603080606020203" pitchFamily="18" charset="0"/>
              </a:rPr>
              <a:t>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422BA57-D7FC-DFF0-B081-377797420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486" y="1442937"/>
            <a:ext cx="10821027" cy="449786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7702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/>
    </mc:Choice>
    <mc:Fallback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5762B-B7C5-E1FF-E074-F2E25729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odoni MT" panose="02070603080606020203" pitchFamily="18" charset="0"/>
              </a:rPr>
              <a:t>Objective Of Project</a:t>
            </a:r>
            <a:endParaRPr lang="en-US" b="1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latin typeface="Bodoni MT" panose="020706030806060202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2BD92-1AB0-BC88-E72D-D5CE1E235B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lvl="0" indent="-285750"/>
            <a:r>
              <a:rPr lang="en-US" sz="2400" dirty="0">
                <a:latin typeface="Baskerville Old Face" panose="02020602080505020303" pitchFamily="18" charset="0"/>
              </a:rPr>
              <a:t>Determine possible countries for Zomato's growth. </a:t>
            </a:r>
          </a:p>
          <a:p>
            <a:pPr marL="0" lv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lvl="0" indent="-285750"/>
            <a:r>
              <a:rPr lang="en-US" sz="2400" dirty="0">
                <a:latin typeface="Baskerville Old Face" panose="02020602080505020303" pitchFamily="18" charset="0"/>
              </a:rPr>
              <a:t>Analyze market patterns.</a:t>
            </a:r>
          </a:p>
          <a:p>
            <a:pPr marL="0" lv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lvl="0" indent="-285750"/>
            <a:r>
              <a:rPr lang="en-US" sz="2400" dirty="0">
                <a:latin typeface="Baskerville Old Face" panose="02020602080505020303" pitchFamily="18" charset="0"/>
              </a:rPr>
              <a:t>Restaurant distribution.</a:t>
            </a:r>
          </a:p>
          <a:p>
            <a:pPr marL="0" lv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lvl="0" indent="-285750"/>
            <a:r>
              <a:rPr lang="en-US" sz="2400" dirty="0">
                <a:latin typeface="Baskerville Old Face" panose="02020602080505020303" pitchFamily="18" charset="0"/>
              </a:rPr>
              <a:t>Customer feedback, and pricing strategies to determine potential growth opportunities for Zomato.</a:t>
            </a:r>
          </a:p>
          <a:p>
            <a:pPr marL="0" lvl="0" indent="0">
              <a:buNone/>
            </a:pPr>
            <a:endParaRPr lang="en-US" sz="2400" dirty="0">
              <a:latin typeface="Baskerville Old Face" panose="02020602080505020303" pitchFamily="18" charset="0"/>
            </a:endParaRPr>
          </a:p>
          <a:p>
            <a:pPr marL="285750" lvl="0" indent="-285750"/>
            <a:r>
              <a:rPr lang="en-US" sz="2400" dirty="0">
                <a:latin typeface="Baskerville Old Face" panose="02020602080505020303" pitchFamily="18" charset="0"/>
              </a:rPr>
              <a:t>To enhance service delivery, collect feedback and customer satisfaction statistics</a:t>
            </a:r>
          </a:p>
        </p:txBody>
      </p:sp>
    </p:spTree>
    <p:extLst>
      <p:ext uri="{BB962C8B-B14F-4D97-AF65-F5344CB8AC3E}">
        <p14:creationId xmlns:p14="http://schemas.microsoft.com/office/powerpoint/2010/main" val="3550333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C3AC-0BE3-6AF6-DB84-4871618E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Data Overview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15317-C671-B493-3350-9BAC45D6DC2C}"/>
              </a:ext>
            </a:extLst>
          </p:cNvPr>
          <p:cNvSpPr txBox="1"/>
          <p:nvPr/>
        </p:nvSpPr>
        <p:spPr>
          <a:xfrm>
            <a:off x="329938" y="1712832"/>
            <a:ext cx="677787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Restaurant ID: </a:t>
            </a:r>
            <a:r>
              <a:rPr lang="en-US" dirty="0"/>
              <a:t>Unique identifier for each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Restaurant Name: </a:t>
            </a:r>
            <a:r>
              <a:rPr lang="en-US" dirty="0"/>
              <a:t>The name of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CountryCode: </a:t>
            </a:r>
            <a:r>
              <a:rPr lang="en-US" dirty="0"/>
              <a:t>Country code of the location where the restaurant is situated.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City: </a:t>
            </a:r>
            <a:r>
              <a:rPr lang="en-US" dirty="0"/>
              <a:t>The city where the restaurant is located.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Address: </a:t>
            </a:r>
            <a:r>
              <a:rPr lang="en-US" dirty="0"/>
              <a:t>The specific address of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Locality: </a:t>
            </a:r>
            <a:r>
              <a:rPr lang="en-US" dirty="0"/>
              <a:t>The locality or neighborhood where the restaurant is situated.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Locality Verbose: </a:t>
            </a:r>
            <a:r>
              <a:rPr lang="en-US" dirty="0"/>
              <a:t>Detailed information about the locality.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Longitude: </a:t>
            </a:r>
            <a:r>
              <a:rPr lang="en-US" dirty="0"/>
              <a:t>The geographical longitude coordinate of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Latitude: </a:t>
            </a:r>
            <a:r>
              <a:rPr lang="en-US" dirty="0"/>
              <a:t>The geographical latitude coordinate of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Cuisines: </a:t>
            </a:r>
            <a:r>
              <a:rPr lang="en-US" dirty="0"/>
              <a:t>The type of cuisine offered by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Currency: </a:t>
            </a:r>
            <a:r>
              <a:rPr lang="en-US" dirty="0"/>
              <a:t>The currency used for transactions in the restaurant.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Datekey_opening</a:t>
            </a:r>
            <a:r>
              <a:rPr lang="en-US" b="1" dirty="0"/>
              <a:t>: </a:t>
            </a:r>
            <a:r>
              <a:rPr lang="en-US" dirty="0"/>
              <a:t>The date when the restaurant was opened</a:t>
            </a:r>
            <a:r>
              <a:rPr lang="en-US" dirty="0">
                <a:solidFill>
                  <a:srgbClr val="000000"/>
                </a:solidFill>
              </a:rPr>
              <a:t>.</a:t>
            </a:r>
            <a:endParaRPr lang="en-US" b="1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FA99D2-2B59-FE35-A6BC-25BD454C91E9}"/>
              </a:ext>
            </a:extLst>
          </p:cNvPr>
          <p:cNvSpPr txBox="1"/>
          <p:nvPr/>
        </p:nvSpPr>
        <p:spPr>
          <a:xfrm>
            <a:off x="6985262" y="1555423"/>
            <a:ext cx="4876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booking option (Yes/No).</a:t>
            </a:r>
            <a:endParaRPr lang="en-US" b="1" dirty="0">
              <a:solidFill>
                <a:srgbClr val="000000"/>
              </a:solidFill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Has_Online_delivery</a:t>
            </a:r>
            <a:r>
              <a:rPr lang="en-US" b="1" dirty="0"/>
              <a:t>: </a:t>
            </a:r>
            <a:r>
              <a:rPr lang="en-US" dirty="0"/>
              <a:t>Indicates whether the restaurant offers online delivery (Yes/No).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Is_delivering_now</a:t>
            </a:r>
            <a:r>
              <a:rPr lang="en-US" b="1" dirty="0"/>
              <a:t>: </a:t>
            </a:r>
            <a:r>
              <a:rPr lang="en-US" dirty="0"/>
              <a:t>Indicates whether the restaurant is currently delivering (Yes/No).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 err="1"/>
              <a:t>Price_range</a:t>
            </a:r>
            <a:r>
              <a:rPr lang="en-US" b="1" dirty="0"/>
              <a:t>: </a:t>
            </a:r>
            <a:r>
              <a:rPr lang="en-US" dirty="0"/>
              <a:t>A numeric value indicating the price range category of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Votes: </a:t>
            </a:r>
            <a:r>
              <a:rPr lang="en-US" dirty="0"/>
              <a:t>The number of votes or ratings/(feedback) received by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Average_Cost_for_two: </a:t>
            </a:r>
            <a:r>
              <a:rPr lang="en-US" dirty="0"/>
              <a:t>The average cost for two people dining at the restaurant.</a:t>
            </a:r>
            <a:endParaRPr lang="en-US" b="1" dirty="0"/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/>
              <a:t>Rating: </a:t>
            </a:r>
            <a:r>
              <a:rPr lang="en-US" dirty="0"/>
              <a:t>The overall rating of the restaurant is based on user reviews.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9232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5E906-F911-576E-E7C4-6140AA1A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odoni MT" panose="02070603080606020203" pitchFamily="18" charset="0"/>
              </a:rPr>
              <a:t>Data Snapshot :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B4F85B-FDC7-3B9C-1D7C-1FF1F67EA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9824017"/>
              </p:ext>
            </p:extLst>
          </p:nvPr>
        </p:nvGraphicFramePr>
        <p:xfrm>
          <a:off x="684621" y="2099001"/>
          <a:ext cx="10822758" cy="3575936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5411379">
                  <a:extLst>
                    <a:ext uri="{9D8B030D-6E8A-4147-A177-3AD203B41FA5}">
                      <a16:colId xmlns:a16="http://schemas.microsoft.com/office/drawing/2014/main" val="1581570990"/>
                    </a:ext>
                  </a:extLst>
                </a:gridCol>
                <a:gridCol w="5411379">
                  <a:extLst>
                    <a:ext uri="{9D8B030D-6E8A-4147-A177-3AD203B41FA5}">
                      <a16:colId xmlns:a16="http://schemas.microsoft.com/office/drawing/2014/main" val="2488467583"/>
                    </a:ext>
                  </a:extLst>
                </a:gridCol>
              </a:tblGrid>
              <a:tr h="5108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                     Total Restaurants</a:t>
                      </a:r>
                      <a:endParaRPr lang="en-IN" sz="16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9551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875795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Total Countries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243078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Total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628828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Total cuisines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276723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Service offered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Online Booking, Table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368259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Average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2.89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819467"/>
                  </a:ext>
                </a:extLst>
              </a:tr>
              <a:tr h="510848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Average price in INR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u="none" strike="noStrike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₹863</a:t>
                      </a:r>
                      <a:r>
                        <a:rPr lang="en-IN" sz="16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</a:rPr>
                        <a:t> </a:t>
                      </a:r>
                      <a:endParaRPr lang="en-US" sz="1600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369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7272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6097-7059-1539-286F-34395697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askerville Old Face" panose="02020602080505020303" pitchFamily="18" charset="0"/>
              </a:rPr>
              <a:t>Methodology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B5F7-6C2C-6F6D-7DB3-10580C125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" indent="-285750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Cleaning:</a:t>
            </a:r>
          </a:p>
          <a:p>
            <a:pPr marL="283464"/>
            <a:r>
              <a:rPr lang="en-US" sz="1800" dirty="0"/>
              <a:t>Addressed missing entries in the Cuisine column.</a:t>
            </a:r>
          </a:p>
          <a:p>
            <a:pPr marL="283464"/>
            <a:r>
              <a:rPr lang="en-US" sz="1800" dirty="0"/>
              <a:t>Eliminated unnecessary columns.</a:t>
            </a:r>
          </a:p>
          <a:p>
            <a:pPr marL="54864" indent="0">
              <a:buNone/>
            </a:pPr>
            <a:endParaRPr lang="en-US" sz="18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Data Enrichment:</a:t>
            </a:r>
          </a:p>
          <a:p>
            <a:pPr marL="283464"/>
            <a:r>
              <a:rPr lang="en-US" sz="1800" dirty="0"/>
              <a:t>Enhanced the dataset by incorporating country information through VLOOKUP based on the country code.</a:t>
            </a:r>
          </a:p>
          <a:p>
            <a:pPr marL="283464"/>
            <a:r>
              <a:rPr lang="en-US" sz="1800" dirty="0"/>
              <a:t>Derived year from the date key opening using text functions to facilitate analysis of temporal trends.</a:t>
            </a:r>
          </a:p>
          <a:p>
            <a:pPr marL="54864" indent="0">
              <a:buNone/>
            </a:pPr>
            <a:endParaRPr lang="en-US" sz="1800" dirty="0"/>
          </a:p>
          <a:p>
            <a:pPr marL="340614" indent="-285750">
              <a:buFont typeface="Wingdings" pitchFamily="2" charset="2"/>
              <a:buChar char="Ø"/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Descriptive Analysis:</a:t>
            </a:r>
          </a:p>
          <a:p>
            <a:pPr marL="285750"/>
            <a:r>
              <a:rPr lang="en-US" sz="1800" dirty="0"/>
              <a:t>Used pivot tables and pivot charts for dynamic summarization and visualization, enabling clear and actionable insights.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992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3BEE6-BD3F-6B5A-0C1A-A6D67B0EF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askerville Old Face" panose="02020602080505020303" pitchFamily="18" charset="0"/>
              </a:rPr>
              <a:t>Key Metrics and Visualization 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86D4FB-212B-44B3-9D13-56725B251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472748"/>
              </p:ext>
            </p:extLst>
          </p:nvPr>
        </p:nvGraphicFramePr>
        <p:xfrm>
          <a:off x="366859" y="2042441"/>
          <a:ext cx="6062221" cy="350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1BA13-1473-D5F1-CD67-44494317273D}"/>
              </a:ext>
            </a:extLst>
          </p:cNvPr>
          <p:cNvSpPr txBox="1"/>
          <p:nvPr/>
        </p:nvSpPr>
        <p:spPr>
          <a:xfrm>
            <a:off x="7296347" y="2413337"/>
            <a:ext cx="42232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Calculated the total number of restaurants per country and </a:t>
            </a:r>
            <a:r>
              <a:rPr lang="en-US" dirty="0" err="1">
                <a:latin typeface="Baskerville Old Face" panose="02020602080505020303" pitchFamily="18" charset="0"/>
              </a:rPr>
              <a:t>visualise</a:t>
            </a:r>
            <a:r>
              <a:rPr lang="en-US" dirty="0">
                <a:latin typeface="Baskerville Old Face" panose="02020602080505020303" pitchFamily="18" charset="0"/>
              </a:rPr>
              <a:t> the insights through charts. </a:t>
            </a:r>
          </a:p>
          <a:p>
            <a:endParaRPr lang="en-US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It is advisable to open new restaurants in Brazil, Sri Lanka, Canada, and Australia.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5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6A2846E-78EC-0D21-55C8-B30E33FC65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7522059"/>
              </p:ext>
            </p:extLst>
          </p:nvPr>
        </p:nvGraphicFramePr>
        <p:xfrm>
          <a:off x="247650" y="1559330"/>
          <a:ext cx="6464234" cy="3785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3A7C7D-2262-D259-0C6A-8D1A341BE85B}"/>
              </a:ext>
            </a:extLst>
          </p:cNvPr>
          <p:cNvSpPr txBox="1"/>
          <p:nvPr/>
        </p:nvSpPr>
        <p:spPr>
          <a:xfrm>
            <a:off x="6947555" y="1706252"/>
            <a:ext cx="41289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Calculated the average number of voters per restaurant by country for comparative analysis.</a:t>
            </a:r>
          </a:p>
          <a:p>
            <a:endParaRPr lang="en-GB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A country with significant proportion of voters indicates more interaction with customers.</a:t>
            </a:r>
          </a:p>
          <a:p>
            <a:endParaRPr lang="en-GB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Example from Chart: Indonesia, </a:t>
            </a:r>
            <a:r>
              <a:rPr lang="en-GB" dirty="0" err="1">
                <a:latin typeface="Baskerville Old Face" panose="02020602080505020303" pitchFamily="18" charset="0"/>
              </a:rPr>
              <a:t>Australlia</a:t>
            </a:r>
            <a:r>
              <a:rPr lang="en-GB" dirty="0">
                <a:latin typeface="Baskerville Old Face" panose="02020602080505020303" pitchFamily="18" charset="0"/>
              </a:rPr>
              <a:t> and Sri Lanka.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6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72E173-FDB0-8A29-32AD-2DA04070FF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167296"/>
              </p:ext>
            </p:extLst>
          </p:nvPr>
        </p:nvGraphicFramePr>
        <p:xfrm>
          <a:off x="202754" y="1491163"/>
          <a:ext cx="5962375" cy="38756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EE3606-3A7E-3F24-3646-285F1DFBF5AA}"/>
              </a:ext>
            </a:extLst>
          </p:cNvPr>
          <p:cNvSpPr txBox="1"/>
          <p:nvPr/>
        </p:nvSpPr>
        <p:spPr>
          <a:xfrm>
            <a:off x="6966408" y="1385740"/>
            <a:ext cx="4553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Restaurants opened each year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108A8-70B1-A61C-143A-466694056930}"/>
              </a:ext>
            </a:extLst>
          </p:cNvPr>
          <p:cNvSpPr txBox="1"/>
          <p:nvPr/>
        </p:nvSpPr>
        <p:spPr>
          <a:xfrm>
            <a:off x="7088957" y="2253006"/>
            <a:ext cx="3704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A higher number of restaurants suggests greater consumer involvement.</a:t>
            </a:r>
          </a:p>
        </p:txBody>
      </p:sp>
    </p:spTree>
    <p:extLst>
      <p:ext uri="{BB962C8B-B14F-4D97-AF65-F5344CB8AC3E}">
        <p14:creationId xmlns:p14="http://schemas.microsoft.com/office/powerpoint/2010/main" val="323652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3A541A7-02BE-37DC-F35B-86C27045A1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03073"/>
              </p:ext>
            </p:extLst>
          </p:nvPr>
        </p:nvGraphicFramePr>
        <p:xfrm>
          <a:off x="214852" y="1640657"/>
          <a:ext cx="6478179" cy="39777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94EB20-D5A9-2469-514C-D4BEEC5B7850}"/>
              </a:ext>
            </a:extLst>
          </p:cNvPr>
          <p:cNvSpPr txBox="1"/>
          <p:nvPr/>
        </p:nvSpPr>
        <p:spPr>
          <a:xfrm>
            <a:off x="7098384" y="1640657"/>
            <a:ext cx="46002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Average Rating of Restaurants in each Country:</a:t>
            </a:r>
          </a:p>
          <a:p>
            <a:endParaRPr lang="en-US" b="1" u="sng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It is mandatory to understand ratings of restaurants in order to develop marketing plans and assess performance.</a:t>
            </a:r>
          </a:p>
          <a:p>
            <a:endParaRPr lang="en-GB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High rating:</a:t>
            </a:r>
            <a:r>
              <a:rPr lang="en-GB" b="1" i="1" dirty="0">
                <a:latin typeface="Baskerville Old Face" panose="02020602080505020303" pitchFamily="18" charset="0"/>
              </a:rPr>
              <a:t> </a:t>
            </a:r>
            <a:r>
              <a:rPr lang="en-GB" dirty="0">
                <a:latin typeface="Baskerville Old Face" panose="02020602080505020303" pitchFamily="18" charset="0"/>
              </a:rPr>
              <a:t>Philippines, Turkey [These countries face major market demands].</a:t>
            </a:r>
          </a:p>
          <a:p>
            <a:endParaRPr lang="en-GB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Low rating: Canada, Singapore, India [Improvements must be made]</a:t>
            </a:r>
            <a:endParaRPr lang="en-GB" b="1" i="1" dirty="0">
              <a:latin typeface="Baskerville Old Face" panose="020206020805050203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084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B27B761-3991-6238-8F70-9F453B541C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6229945"/>
              </p:ext>
            </p:extLst>
          </p:nvPr>
        </p:nvGraphicFramePr>
        <p:xfrm>
          <a:off x="129806" y="1540391"/>
          <a:ext cx="6445988" cy="3777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39D1EB1-DB25-E21D-F977-81326364AE63}"/>
              </a:ext>
            </a:extLst>
          </p:cNvPr>
          <p:cNvSpPr txBox="1"/>
          <p:nvPr/>
        </p:nvSpPr>
        <p:spPr>
          <a:xfrm>
            <a:off x="7861954" y="2967334"/>
            <a:ext cx="3780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Baskerville Old Face" panose="02020602080505020303" pitchFamily="18" charset="0"/>
              </a:rPr>
              <a:t>North Indian and Chinese are most popular cuisines.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315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8D4B838-E986-4941-919D-18E5BC8B71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7330034"/>
              </p:ext>
            </p:extLst>
          </p:nvPr>
        </p:nvGraphicFramePr>
        <p:xfrm>
          <a:off x="95838" y="1740462"/>
          <a:ext cx="6427510" cy="36799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859EB59-31CB-4B24-B68A-DEB43A18AEF0}"/>
              </a:ext>
            </a:extLst>
          </p:cNvPr>
          <p:cNvSpPr txBox="1"/>
          <p:nvPr/>
        </p:nvSpPr>
        <p:spPr>
          <a:xfrm>
            <a:off x="7503736" y="3118771"/>
            <a:ext cx="4100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b="1" dirty="0">
                <a:latin typeface="Baskerville Old Face" panose="02020602080505020303" pitchFamily="18" charset="0"/>
              </a:rPr>
              <a:t>Corelation Between Average of Rating and Average cost for two in INR</a:t>
            </a:r>
            <a:endParaRPr lang="en-IN" dirty="0">
              <a:latin typeface="Baskerville Old Face" panose="020206020805050203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629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E00F707-F6E4-3499-561F-C8CF7B45C9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3230831"/>
              </p:ext>
            </p:extLst>
          </p:nvPr>
        </p:nvGraphicFramePr>
        <p:xfrm>
          <a:off x="229934" y="253404"/>
          <a:ext cx="4596590" cy="2697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8B28506-450F-ABD0-71A3-5E0F457C5D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6820611"/>
              </p:ext>
            </p:extLst>
          </p:nvPr>
        </p:nvGraphicFramePr>
        <p:xfrm>
          <a:off x="324045" y="3327170"/>
          <a:ext cx="4502479" cy="2885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AEFC22-398D-01A0-EBE7-61BF94690A0D}"/>
              </a:ext>
            </a:extLst>
          </p:cNvPr>
          <p:cNvSpPr txBox="1"/>
          <p:nvPr/>
        </p:nvSpPr>
        <p:spPr>
          <a:xfrm>
            <a:off x="5881934" y="2268376"/>
            <a:ext cx="5986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Restaurants with online delivery and table booking have slightly better average ratings.</a:t>
            </a:r>
          </a:p>
          <a:p>
            <a:endParaRPr lang="en-IN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>
                <a:latin typeface="Baskerville Old Face" panose="02020602080505020303" pitchFamily="18" charset="0"/>
              </a:rPr>
              <a:t>Having an online presence caters to more people and increases the overall rating.</a:t>
            </a:r>
          </a:p>
          <a:p>
            <a:endParaRPr lang="en-IN" dirty="0">
              <a:latin typeface="Baskerville Old Face" panose="02020602080505020303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latin typeface="Baskerville Old Face" panose="02020602080505020303" pitchFamily="18" charset="0"/>
              </a:rPr>
              <a:t>New restaurants should offer at least table booking or online delivery—ideally both—to improve ratings.</a:t>
            </a:r>
          </a:p>
          <a:p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771B364-3F44-515B-1A0C-999F88AE146C}"/>
              </a:ext>
            </a:extLst>
          </p:cNvPr>
          <p:cNvSpPr/>
          <p:nvPr/>
        </p:nvSpPr>
        <p:spPr>
          <a:xfrm>
            <a:off x="5081047" y="612742"/>
            <a:ext cx="2620652" cy="9898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728C9-CB6B-DABC-5D47-A9FA7B5FA093}"/>
              </a:ext>
            </a:extLst>
          </p:cNvPr>
          <p:cNvSpPr txBox="1"/>
          <p:nvPr/>
        </p:nvSpPr>
        <p:spPr>
          <a:xfrm>
            <a:off x="8484123" y="846039"/>
            <a:ext cx="3110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Has Online Delivery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C69CAAC-9EF6-0209-A314-A3659A36F44C}"/>
              </a:ext>
            </a:extLst>
          </p:cNvPr>
          <p:cNvSpPr/>
          <p:nvPr/>
        </p:nvSpPr>
        <p:spPr>
          <a:xfrm>
            <a:off x="5081047" y="5052923"/>
            <a:ext cx="2620652" cy="9898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5A2391-1857-3CF7-12FC-23A165420CCF}"/>
              </a:ext>
            </a:extLst>
          </p:cNvPr>
          <p:cNvSpPr txBox="1"/>
          <p:nvPr/>
        </p:nvSpPr>
        <p:spPr>
          <a:xfrm>
            <a:off x="8874944" y="5286220"/>
            <a:ext cx="3110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Has Table Booking</a:t>
            </a:r>
          </a:p>
        </p:txBody>
      </p:sp>
    </p:spTree>
    <p:extLst>
      <p:ext uri="{BB962C8B-B14F-4D97-AF65-F5344CB8AC3E}">
        <p14:creationId xmlns:p14="http://schemas.microsoft.com/office/powerpoint/2010/main" val="1849345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EBA0-950E-9DB0-DA7C-2C9836CD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u="sng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askerville Old Face" panose="02020602080505020303" pitchFamily="18" charset="0"/>
              </a:rPr>
              <a:t>Recommendations</a:t>
            </a:r>
            <a:r>
              <a:rPr lang="en-US" sz="4800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askerville Old Face" panose="02020602080505020303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00A16-F14E-9CB5-61C1-9098DFED6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Focus on opening new restaurants in countries with strong potential and healthy competition.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Prioritise markets with fewer existing eateries for easier entry.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Use restaurant density analysis to spot growth opportunities and prime customer locations.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Identify major competitors to inform strategies for differentiating new venues.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Understand customer sentiment to guide improvements.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Provide quality food and smart pricing to attract and retain customers.</a:t>
            </a:r>
          </a:p>
          <a:p>
            <a:pPr marL="0" lvl="0" indent="0">
              <a:buNone/>
            </a:pPr>
            <a:endParaRPr lang="en-US" sz="1800" dirty="0">
              <a:latin typeface="Baskerville Old Face" panose="02020602080505020303" pitchFamily="18" charset="0"/>
            </a:endParaRPr>
          </a:p>
          <a:p>
            <a:pPr marL="342900" lvl="0" indent="-342900">
              <a:buFont typeface="Wingdings" pitchFamily="2" charset="2"/>
              <a:buChar char="Ø"/>
            </a:pPr>
            <a:r>
              <a:rPr lang="en-IN" sz="1800" dirty="0">
                <a:latin typeface="Baskerville Old Face" panose="02020602080505020303" pitchFamily="18" charset="0"/>
              </a:rPr>
              <a:t>Implement online delivery and booking systems to boost satisfaction and ratings.</a:t>
            </a:r>
            <a:endParaRPr lang="en-US" sz="1800" dirty="0">
              <a:latin typeface="Baskerville Old Face" panose="02020602080505020303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220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BA7D-6664-7AC7-E71C-422B11DE6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askerville Old Face" panose="02020602080505020303" pitchFamily="18" charset="0"/>
              </a:rPr>
              <a:t>Dashboard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B08B4-761B-2C9A-7CC2-D6A5354A7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12" y="1193587"/>
            <a:ext cx="11023976" cy="5180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2223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B603-6853-FC1E-6F85-F21759BF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u="sng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odoni MT" panose="02070603080606020203" pitchFamily="18" charset="0"/>
              </a:rPr>
              <a:t>Conclusion</a:t>
            </a:r>
            <a:r>
              <a:rPr lang="en-US" sz="4800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latin typeface="Bodoni MT" panose="02070603080606020203" pitchFamily="18" charset="0"/>
              </a:rPr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4C21E-AE21-1C4D-ADA7-564FAC4CA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3332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1900" dirty="0">
                <a:latin typeface="Baskerville Old Face" panose="02020602080505020303" pitchFamily="18" charset="0"/>
              </a:rPr>
              <a:t>An in-depth examination of restaurant data has shown a number of promising prospects for international growth. </a:t>
            </a:r>
          </a:p>
          <a:p>
            <a:pPr marL="0" indent="0">
              <a:buNone/>
            </a:pPr>
            <a:endParaRPr lang="en-IN" sz="19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900" dirty="0">
                <a:latin typeface="Baskerville Old Face" panose="02020602080505020303" pitchFamily="18" charset="0"/>
              </a:rPr>
              <a:t>We can strategically place ourselves in markets with less competition by concentrating on nations with high average ratings and smaller restaurant densities.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19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900" dirty="0">
                <a:latin typeface="Baskerville Old Face" panose="02020602080505020303" pitchFamily="18" charset="0"/>
              </a:rPr>
              <a:t>North Indian, Chinese, Fast Food, Café, Bakery, Desserts, Street Food are the top cuisines available in restaurants across all countries.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1900" dirty="0">
              <a:latin typeface="Baskerville Old Face" panose="02020602080505020303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1900" dirty="0">
                <a:latin typeface="Baskerville Old Face" panose="02020602080505020303" pitchFamily="18" charset="0"/>
              </a:rPr>
              <a:t>Given their high levels of consumer satisfaction, targeting cities in the Sri Lanka and Indonesia has great promise.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870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2074E9-A8B9-BC44-F274-1593961D0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" y="0"/>
            <a:ext cx="12188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07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</TotalTime>
  <Words>1107</Words>
  <Application>Microsoft Office PowerPoint</Application>
  <PresentationFormat>Widescreen</PresentationFormat>
  <Paragraphs>148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 Unicode MS</vt:lpstr>
      <vt:lpstr>Arial</vt:lpstr>
      <vt:lpstr>Baskerville Old Face</vt:lpstr>
      <vt:lpstr>Bodoni MT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 Of Project</vt:lpstr>
      <vt:lpstr>Data Overview :</vt:lpstr>
      <vt:lpstr>Data Snapshot : </vt:lpstr>
      <vt:lpstr>Methodology :</vt:lpstr>
      <vt:lpstr>Key Metrics and Visualization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Recommendations:</vt:lpstr>
      <vt:lpstr>Dashboard :</vt:lpstr>
      <vt:lpstr>Conclusion: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</cp:revision>
  <dcterms:created xsi:type="dcterms:W3CDTF">2026-02-02T16:54:40Z</dcterms:created>
  <dcterms:modified xsi:type="dcterms:W3CDTF">2026-02-06T04:10:50Z</dcterms:modified>
</cp:coreProperties>
</file>